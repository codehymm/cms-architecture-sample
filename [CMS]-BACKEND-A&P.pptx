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97" r:id="rId4"/>
    <p:sldMasterId id="2147483706" r:id="rId5"/>
    <p:sldMasterId id="2147483732" r:id="rId6"/>
  </p:sldMasterIdLst>
  <p:notesMasterIdLst>
    <p:notesMasterId r:id="rId15"/>
  </p:notesMasterIdLst>
  <p:handoutMasterIdLst>
    <p:handoutMasterId r:id="rId16"/>
  </p:handoutMasterIdLst>
  <p:sldIdLst>
    <p:sldId id="1522" r:id="rId7"/>
    <p:sldId id="1284" r:id="rId8"/>
    <p:sldId id="1603" r:id="rId9"/>
    <p:sldId id="1611" r:id="rId10"/>
    <p:sldId id="1612" r:id="rId11"/>
    <p:sldId id="1613" r:id="rId12"/>
    <p:sldId id="1610" r:id="rId13"/>
    <p:sldId id="1607" r:id="rId14"/>
  </p:sldIdLst>
  <p:sldSz cx="12192000" cy="6858000"/>
  <p:notesSz cx="6858000" cy="9144000"/>
  <p:embeddedFontLst>
    <p:embeddedFont>
      <p:font typeface="HY견명조" panose="02030600000101010101" pitchFamily="18" charset="-127"/>
      <p:regular r:id="rId17"/>
    </p:embeddedFont>
    <p:embeddedFont>
      <p:font typeface="맑은 고딕" panose="020B0503020000020004" pitchFamily="50" charset="-127"/>
      <p:regular r:id="rId18"/>
      <p:bold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8EEAAAE-D4FD-4E10-8F36-D8A30BAFD924}">
          <p14:sldIdLst>
            <p14:sldId id="1522"/>
            <p14:sldId id="1284"/>
          </p14:sldIdLst>
        </p14:section>
        <p14:section name="Architecture" id="{879A32B6-C90E-4C0A-806C-619DA97DEA41}">
          <p14:sldIdLst>
            <p14:sldId id="1603"/>
            <p14:sldId id="1611"/>
            <p14:sldId id="1612"/>
            <p14:sldId id="1613"/>
            <p14:sldId id="1610"/>
            <p14:sldId id="1607"/>
          </p14:sldIdLst>
        </p14:section>
      </p14:sectionLst>
    </p:ext>
    <p:ext uri="{EFAFB233-063F-42B5-8137-9DF3F51BA10A}">
      <p15:sldGuideLst xmlns:p15="http://schemas.microsoft.com/office/powerpoint/2012/main">
        <p15:guide id="1" pos="1459" userDrawn="1">
          <p15:clr>
            <a:srgbClr val="A4A3A4"/>
          </p15:clr>
        </p15:guide>
        <p15:guide id="2" orient="horz" pos="365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0069-6861" initials="0" lastIdx="12" clrIdx="0">
    <p:extLst>
      <p:ext uri="{19B8F6BF-5375-455C-9EA6-DF929625EA0E}">
        <p15:presenceInfo xmlns:p15="http://schemas.microsoft.com/office/powerpoint/2012/main" userId="S-1-5-21-3208144692-3478016623-1319098870-30311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82F7"/>
    <a:srgbClr val="A6A6A6"/>
    <a:srgbClr val="E8E8E8"/>
    <a:srgbClr val="FFFFFF"/>
    <a:srgbClr val="B7B7B7"/>
    <a:srgbClr val="C50024"/>
    <a:srgbClr val="166931"/>
    <a:srgbClr val="FFF500"/>
    <a:srgbClr val="E53935"/>
    <a:srgbClr val="40F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32" autoAdjust="0"/>
    <p:restoredTop sz="96279" autoAdjust="0"/>
  </p:normalViewPr>
  <p:slideViewPr>
    <p:cSldViewPr snapToGrid="0">
      <p:cViewPr varScale="1">
        <p:scale>
          <a:sx n="111" d="100"/>
          <a:sy n="111" d="100"/>
        </p:scale>
        <p:origin x="678" y="114"/>
      </p:cViewPr>
      <p:guideLst>
        <p:guide pos="1459"/>
        <p:guide orient="horz" pos="3657"/>
      </p:guideLst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696" y="9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3A3427-FF7F-4550-97AD-FD38FD652F22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54F32-86FE-49F4-BB52-4574526BDEB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3259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CC568-B687-4002-B167-676CC53AADC4}" type="datetimeFigureOut">
              <a:rPr lang="ko-KR" altLang="en-US" smtClean="0"/>
              <a:pPr/>
              <a:t>2025-09-24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ED7DC-8874-4FF6-BAA7-C53CC301799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1493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ED7DC-8874-4FF6-BAA7-C53CC3017994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292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1.svg"/><Relationship Id="rId7" Type="http://schemas.openxmlformats.org/officeDocument/2006/relationships/image" Target="../media/image4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2.wdp"/><Relationship Id="rId18" Type="http://schemas.openxmlformats.org/officeDocument/2006/relationships/image" Target="../media/image9.png"/><Relationship Id="rId3" Type="http://schemas.openxmlformats.org/officeDocument/2006/relationships/image" Target="../media/image11.svg"/><Relationship Id="rId7" Type="http://schemas.openxmlformats.org/officeDocument/2006/relationships/image" Target="../media/image4.svg"/><Relationship Id="rId12" Type="http://schemas.openxmlformats.org/officeDocument/2006/relationships/image" Target="../media/image14.png"/><Relationship Id="rId17" Type="http://schemas.microsoft.com/office/2007/relationships/hdphoto" Target="../media/hdphoto4.wdp"/><Relationship Id="rId2" Type="http://schemas.openxmlformats.org/officeDocument/2006/relationships/image" Target="../media/image10.png"/><Relationship Id="rId16" Type="http://schemas.openxmlformats.org/officeDocument/2006/relationships/image" Target="../media/image16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11" Type="http://schemas.openxmlformats.org/officeDocument/2006/relationships/image" Target="../media/image13.svg"/><Relationship Id="rId5" Type="http://schemas.microsoft.com/office/2007/relationships/hdphoto" Target="../media/hdphoto1.wdp"/><Relationship Id="rId15" Type="http://schemas.microsoft.com/office/2007/relationships/hdphoto" Target="../media/hdphoto3.wdp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5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3.png"/><Relationship Id="rId18" Type="http://schemas.openxmlformats.org/officeDocument/2006/relationships/image" Target="../media/image13.svg"/><Relationship Id="rId3" Type="http://schemas.openxmlformats.org/officeDocument/2006/relationships/image" Target="../media/image11.svg"/><Relationship Id="rId21" Type="http://schemas.openxmlformats.org/officeDocument/2006/relationships/image" Target="../media/image15.png"/><Relationship Id="rId7" Type="http://schemas.microsoft.com/office/2007/relationships/hdphoto" Target="../media/hdphoto6.wdp"/><Relationship Id="rId12" Type="http://schemas.microsoft.com/office/2007/relationships/hdphoto" Target="../media/hdphoto1.wdp"/><Relationship Id="rId17" Type="http://schemas.openxmlformats.org/officeDocument/2006/relationships/image" Target="../media/image12.png"/><Relationship Id="rId25" Type="http://schemas.openxmlformats.org/officeDocument/2006/relationships/image" Target="../media/image9.png"/><Relationship Id="rId2" Type="http://schemas.openxmlformats.org/officeDocument/2006/relationships/image" Target="../media/image10.png"/><Relationship Id="rId16" Type="http://schemas.openxmlformats.org/officeDocument/2006/relationships/image" Target="../media/image6.png"/><Relationship Id="rId20" Type="http://schemas.microsoft.com/office/2007/relationships/hdphoto" Target="../media/hdphoto2.wdp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8.png"/><Relationship Id="rId11" Type="http://schemas.openxmlformats.org/officeDocument/2006/relationships/image" Target="../media/image2.png"/><Relationship Id="rId24" Type="http://schemas.microsoft.com/office/2007/relationships/hdphoto" Target="../media/hdphoto4.wdp"/><Relationship Id="rId5" Type="http://schemas.microsoft.com/office/2007/relationships/hdphoto" Target="../media/hdphoto5.wdp"/><Relationship Id="rId15" Type="http://schemas.openxmlformats.org/officeDocument/2006/relationships/image" Target="../media/image5.png"/><Relationship Id="rId23" Type="http://schemas.openxmlformats.org/officeDocument/2006/relationships/image" Target="../media/image16.png"/><Relationship Id="rId10" Type="http://schemas.openxmlformats.org/officeDocument/2006/relationships/image" Target="../media/image21.png"/><Relationship Id="rId19" Type="http://schemas.openxmlformats.org/officeDocument/2006/relationships/image" Target="../media/image14.png"/><Relationship Id="rId4" Type="http://schemas.openxmlformats.org/officeDocument/2006/relationships/image" Target="../media/image17.png"/><Relationship Id="rId9" Type="http://schemas.openxmlformats.org/officeDocument/2006/relationships/image" Target="../media/image20.svg"/><Relationship Id="rId14" Type="http://schemas.openxmlformats.org/officeDocument/2006/relationships/image" Target="../media/image4.svg"/><Relationship Id="rId22" Type="http://schemas.microsoft.com/office/2007/relationships/hdphoto" Target="../media/hdphoto3.wdp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텍스트 개체 틀 12"/>
          <p:cNvSpPr>
            <a:spLocks noGrp="1"/>
          </p:cNvSpPr>
          <p:nvPr>
            <p:ph type="body" sz="quarter" idx="10" hasCustomPrompt="1"/>
          </p:nvPr>
        </p:nvSpPr>
        <p:spPr>
          <a:xfrm>
            <a:off x="1025214" y="2121539"/>
            <a:ext cx="10176176" cy="3238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400" b="1" spc="-8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ko-KR"/>
              <a:t>Scenario Location</a:t>
            </a:r>
            <a:endParaRPr lang="ko-KR" altLang="en-US"/>
          </a:p>
        </p:txBody>
      </p:sp>
      <p:sp>
        <p:nvSpPr>
          <p:cNvPr id="36" name="제목 1"/>
          <p:cNvSpPr>
            <a:spLocks noGrp="1"/>
          </p:cNvSpPr>
          <p:nvPr>
            <p:ph type="title" hasCustomPrompt="1"/>
          </p:nvPr>
        </p:nvSpPr>
        <p:spPr>
          <a:xfrm>
            <a:off x="1025024" y="2445390"/>
            <a:ext cx="10172700" cy="5715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4000" b="1" u="none" spc="-8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altLang="ko-KR" dirty="0"/>
              <a:t>Scenario Name</a:t>
            </a:r>
            <a:endParaRPr lang="ko-KR" altLang="en-US" dirty="0"/>
          </a:p>
        </p:txBody>
      </p:sp>
      <p:sp>
        <p:nvSpPr>
          <p:cNvPr id="37" name="텍스트 개체 틀 4"/>
          <p:cNvSpPr>
            <a:spLocks noGrp="1"/>
          </p:cNvSpPr>
          <p:nvPr>
            <p:ph type="body" sz="quarter" idx="13" hasCustomPrompt="1"/>
          </p:nvPr>
        </p:nvSpPr>
        <p:spPr>
          <a:xfrm>
            <a:off x="1025024" y="1845419"/>
            <a:ext cx="10172700" cy="27595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1700" b="1" spc="-8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 altLang="ko-KR" dirty="0"/>
              <a:t>Project Name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B96B067-CF30-A4B6-4415-B650F778E224}"/>
              </a:ext>
            </a:extLst>
          </p:cNvPr>
          <p:cNvSpPr/>
          <p:nvPr userDrawn="1"/>
        </p:nvSpPr>
        <p:spPr>
          <a:xfrm>
            <a:off x="1078628" y="3178474"/>
            <a:ext cx="10103721" cy="59089"/>
          </a:xfrm>
          <a:prstGeom prst="rect">
            <a:avLst/>
          </a:prstGeom>
          <a:solidFill>
            <a:srgbClr val="8DC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3200" dirty="0"/>
          </a:p>
        </p:txBody>
      </p:sp>
      <p:sp>
        <p:nvSpPr>
          <p:cNvPr id="3" name="평행 사변형 2">
            <a:extLst>
              <a:ext uri="{FF2B5EF4-FFF2-40B4-BE49-F238E27FC236}">
                <a16:creationId xmlns:a16="http://schemas.microsoft.com/office/drawing/2014/main" id="{1CEE582B-8788-2A47-D196-26501686FF37}"/>
              </a:ext>
            </a:extLst>
          </p:cNvPr>
          <p:cNvSpPr/>
          <p:nvPr userDrawn="1"/>
        </p:nvSpPr>
        <p:spPr>
          <a:xfrm>
            <a:off x="1009650" y="3179963"/>
            <a:ext cx="1812688" cy="57600"/>
          </a:xfrm>
          <a:prstGeom prst="parallelogram">
            <a:avLst>
              <a:gd name="adj" fmla="val 0"/>
            </a:avLst>
          </a:prstGeom>
          <a:solidFill>
            <a:srgbClr val="384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3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43F5E6-268B-75E2-055D-6792F80C8E2B}"/>
              </a:ext>
            </a:extLst>
          </p:cNvPr>
          <p:cNvSpPr/>
          <p:nvPr userDrawn="1"/>
        </p:nvSpPr>
        <p:spPr>
          <a:xfrm>
            <a:off x="430373" y="3120524"/>
            <a:ext cx="217883" cy="1710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AE74E6-5C47-92A6-E53C-D330E3E6E7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6844" y="344792"/>
            <a:ext cx="849100" cy="382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DCE126-3ABB-82A2-0889-98F265450312}"/>
              </a:ext>
            </a:extLst>
          </p:cNvPr>
          <p:cNvSpPr txBox="1"/>
          <p:nvPr userDrawn="1"/>
        </p:nvSpPr>
        <p:spPr>
          <a:xfrm>
            <a:off x="931662" y="5990610"/>
            <a:ext cx="2425664" cy="480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84F5F"/>
                </a:solidFill>
                <a:latin typeface="+mn-ea"/>
                <a:ea typeface="+mn-ea"/>
                <a:cs typeface="Arial" panose="020B0604020202020204" pitchFamily="34" charset="0"/>
              </a:rPr>
              <a:t>Confidential to SELVAS AI</a:t>
            </a:r>
          </a:p>
          <a:p>
            <a:pPr>
              <a:lnSpc>
                <a:spcPts val="1600"/>
              </a:lnSpc>
            </a:pP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84F5F"/>
                </a:solidFill>
                <a:latin typeface="+mn-ea"/>
                <a:ea typeface="+mn-ea"/>
                <a:cs typeface="Arial" panose="020B0604020202020204" pitchFamily="34" charset="0"/>
              </a:rPr>
              <a:t>©2025 SELVAS</a:t>
            </a:r>
            <a:r>
              <a:rPr lang="en-US" altLang="ko-KR" sz="100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84F5F"/>
                </a:solidFill>
                <a:latin typeface="+mn-ea"/>
                <a:ea typeface="+mn-ea"/>
                <a:cs typeface="Arial" panose="020B0604020202020204" pitchFamily="34" charset="0"/>
              </a:rPr>
              <a:t> Inc</a:t>
            </a:r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384F5F"/>
                </a:solidFill>
                <a:latin typeface="+mn-ea"/>
                <a:ea typeface="+mn-ea"/>
                <a:cs typeface="Arial" panose="020B0604020202020204" pitchFamily="34" charset="0"/>
              </a:rPr>
              <a:t>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52384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12" userDrawn="1">
          <p15:clr>
            <a:srgbClr val="FBAE40"/>
          </p15:clr>
        </p15:guide>
        <p15:guide id="3" pos="239" userDrawn="1">
          <p15:clr>
            <a:srgbClr val="FBAE40"/>
          </p15:clr>
        </p15:guide>
        <p15:guide id="4" pos="744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 userDrawn="1"/>
        </p:nvCxnSpPr>
        <p:spPr>
          <a:xfrm>
            <a:off x="427896" y="551636"/>
            <a:ext cx="11336209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텍스트 개체 틀 19"/>
          <p:cNvSpPr>
            <a:spLocks noGrp="1"/>
          </p:cNvSpPr>
          <p:nvPr>
            <p:ph type="body" sz="quarter" idx="15" hasCustomPrompt="1"/>
          </p:nvPr>
        </p:nvSpPr>
        <p:spPr>
          <a:xfrm>
            <a:off x="427895" y="342351"/>
            <a:ext cx="3700308" cy="1523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FontTx/>
              <a:buNone/>
              <a:defRPr sz="1100" b="1" spc="-100" baseline="0">
                <a:latin typeface="+mn-ea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Chapter Title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2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 userDrawn="1"/>
        </p:nvSpPr>
        <p:spPr>
          <a:xfrm>
            <a:off x="0" y="2"/>
            <a:ext cx="12192000" cy="685799"/>
          </a:xfrm>
          <a:prstGeom prst="rect">
            <a:avLst/>
          </a:prstGeom>
          <a:solidFill>
            <a:srgbClr val="384F5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30" spc="-80" baseline="0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221539" y="132721"/>
            <a:ext cx="368691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kern="12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n-ea"/>
                <a:cs typeface="+mn-cs"/>
              </a:rPr>
              <a:t>SCREEN</a:t>
            </a:r>
            <a:endParaRPr lang="ko-KR" altLang="en-US" sz="800" kern="12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221539" y="391513"/>
            <a:ext cx="50334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LOCATION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3810118" y="132721"/>
            <a:ext cx="506549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SCREEN ID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6103865" y="132721"/>
            <a:ext cx="36067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UI TYPE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6484077" y="391513"/>
            <a:ext cx="82875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REQUIREMENT</a:t>
            </a:r>
            <a:r>
              <a:rPr lang="en-US" altLang="ko-KR" sz="800" baseline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ID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1" name="직선 연결선 50"/>
          <p:cNvCxnSpPr/>
          <p:nvPr userDrawn="1"/>
        </p:nvCxnSpPr>
        <p:spPr>
          <a:xfrm>
            <a:off x="221539" y="297703"/>
            <a:ext cx="9348923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 userDrawn="1"/>
        </p:nvCxnSpPr>
        <p:spPr>
          <a:xfrm>
            <a:off x="221538" y="573748"/>
            <a:ext cx="11846501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 userDrawn="1"/>
        </p:nvSpPr>
        <p:spPr>
          <a:xfrm>
            <a:off x="9654847" y="132721"/>
            <a:ext cx="357470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WRITER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2" name="TextBox 61"/>
          <p:cNvSpPr txBox="1"/>
          <p:nvPr userDrawn="1"/>
        </p:nvSpPr>
        <p:spPr>
          <a:xfrm>
            <a:off x="9654847" y="391513"/>
            <a:ext cx="37991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UPDATE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B6D1B6-0D1C-6C41-A7BC-AA09CFF79D65}"/>
              </a:ext>
            </a:extLst>
          </p:cNvPr>
          <p:cNvSpPr txBox="1"/>
          <p:nvPr userDrawn="1"/>
        </p:nvSpPr>
        <p:spPr>
          <a:xfrm>
            <a:off x="11861387" y="110569"/>
            <a:ext cx="141385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fld id="{87713E07-D50B-4BFF-A920-8C83D5B82E89}" type="slidenum">
              <a:rPr lang="ko-KR" altLang="en-US" sz="1000" b="1" spc="-70" smtClean="0">
                <a:latin typeface="+mj-ea"/>
                <a:ea typeface="+mj-ea"/>
              </a:rPr>
              <a:t>‹#›</a:t>
            </a:fld>
            <a:endParaRPr lang="ko-KR" altLang="en-US" sz="1000" b="1" spc="-70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8004064" y="132721"/>
            <a:ext cx="476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DEV. TYPE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EF5135C-895C-11B7-2F6F-042B39170D0B}"/>
              </a:ext>
            </a:extLst>
          </p:cNvPr>
          <p:cNvSpPr>
            <a:spLocks/>
          </p:cNvSpPr>
          <p:nvPr userDrawn="1"/>
        </p:nvSpPr>
        <p:spPr>
          <a:xfrm>
            <a:off x="64655" y="745553"/>
            <a:ext cx="9649742" cy="605982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650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텍스트 개체 틀 12">
            <a:extLst>
              <a:ext uri="{FF2B5EF4-FFF2-40B4-BE49-F238E27FC236}">
                <a16:creationId xmlns:a16="http://schemas.microsoft.com/office/drawing/2014/main" id="{A4593C97-762B-5D72-BFF8-81F0C5DF8A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6154" y="363241"/>
            <a:ext cx="5538462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경로</a:t>
            </a:r>
          </a:p>
        </p:txBody>
      </p:sp>
      <p:sp>
        <p:nvSpPr>
          <p:cNvPr id="3" name="텍스트 개체 틀 12">
            <a:extLst>
              <a:ext uri="{FF2B5EF4-FFF2-40B4-BE49-F238E27FC236}">
                <a16:creationId xmlns:a16="http://schemas.microsoft.com/office/drawing/2014/main" id="{B1148ABE-64FD-F013-DA87-EFB9D4BC39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78826" y="95823"/>
            <a:ext cx="1417846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화면</a:t>
            </a:r>
            <a:r>
              <a:rPr lang="en-US" altLang="ko-KR"/>
              <a:t>ID</a:t>
            </a:r>
            <a:endParaRPr lang="ko-KR" altLang="en-US"/>
          </a:p>
        </p:txBody>
      </p:sp>
      <p:sp>
        <p:nvSpPr>
          <p:cNvPr id="4" name="텍스트 개체 틀 12">
            <a:extLst>
              <a:ext uri="{FF2B5EF4-FFF2-40B4-BE49-F238E27FC236}">
                <a16:creationId xmlns:a16="http://schemas.microsoft.com/office/drawing/2014/main" id="{679F4C45-042D-3F3D-A8D7-DB85535EAA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9344" y="95823"/>
            <a:ext cx="1284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fr-FR" altLang="ko-KR"/>
              <a:t>P / PU / LPU / MPU / BS</a:t>
            </a:r>
            <a:endParaRPr lang="ko-KR" altLang="en-US"/>
          </a:p>
        </p:txBody>
      </p:sp>
      <p:sp>
        <p:nvSpPr>
          <p:cNvPr id="5" name="텍스트 개체 틀 12">
            <a:extLst>
              <a:ext uri="{FF2B5EF4-FFF2-40B4-BE49-F238E27FC236}">
                <a16:creationId xmlns:a16="http://schemas.microsoft.com/office/drawing/2014/main" id="{AE12BABC-7681-4B8A-14A4-C456E787744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8388" y="363241"/>
            <a:ext cx="1993846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요구사항</a:t>
            </a:r>
            <a:r>
              <a:rPr lang="en-US" altLang="ko-KR"/>
              <a:t>ID</a:t>
            </a:r>
            <a:endParaRPr lang="ko-KR" altLang="en-US"/>
          </a:p>
        </p:txBody>
      </p:sp>
      <p:sp>
        <p:nvSpPr>
          <p:cNvPr id="6" name="텍스트 개체 틀 12">
            <a:extLst>
              <a:ext uri="{FF2B5EF4-FFF2-40B4-BE49-F238E27FC236}">
                <a16:creationId xmlns:a16="http://schemas.microsoft.com/office/drawing/2014/main" id="{61218EDD-108F-3D70-E479-45362EA963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73414" y="95823"/>
            <a:ext cx="708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작성자</a:t>
            </a:r>
            <a:endParaRPr lang="en-US" altLang="ko-KR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9257831F-2164-C058-AC80-CC6CE5ACAF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73414" y="363239"/>
            <a:ext cx="708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수정일자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BFEC612F-531D-0A3C-E983-E3761735B5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154" y="95822"/>
            <a:ext cx="2880000" cy="151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50000"/>
              </a:lnSpc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/>
              <a:t>화면명</a:t>
            </a:r>
          </a:p>
        </p:txBody>
      </p:sp>
      <p:sp>
        <p:nvSpPr>
          <p:cNvPr id="9" name="텍스트 개체 틀 12">
            <a:extLst>
              <a:ext uri="{FF2B5EF4-FFF2-40B4-BE49-F238E27FC236}">
                <a16:creationId xmlns:a16="http://schemas.microsoft.com/office/drawing/2014/main" id="{FC8030C4-9DB6-61EB-7D29-61162CD21AF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34073" y="95823"/>
            <a:ext cx="886154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ko-KR"/>
              <a:t>W / N / NA / NI</a:t>
            </a:r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84BA09-FF6E-6D6E-2B34-DBA8940AEB52}"/>
              </a:ext>
            </a:extLst>
          </p:cNvPr>
          <p:cNvSpPr txBox="1"/>
          <p:nvPr userDrawn="1"/>
        </p:nvSpPr>
        <p:spPr>
          <a:xfrm>
            <a:off x="9784389" y="756001"/>
            <a:ext cx="62837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900" b="1" dirty="0">
                <a:latin typeface="+mj-ea"/>
                <a:ea typeface="+mj-ea"/>
              </a:rPr>
              <a:t>Description</a:t>
            </a:r>
            <a:endParaRPr lang="ko-KR" altLang="en-US" sz="9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439916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 userDrawn="1"/>
        </p:nvSpPr>
        <p:spPr>
          <a:xfrm>
            <a:off x="0" y="2"/>
            <a:ext cx="12192000" cy="685799"/>
          </a:xfrm>
          <a:prstGeom prst="rect">
            <a:avLst/>
          </a:prstGeom>
          <a:solidFill>
            <a:srgbClr val="384F5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30" spc="-80" baseline="0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221539" y="132721"/>
            <a:ext cx="368691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kern="12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n-ea"/>
                <a:cs typeface="+mn-cs"/>
              </a:rPr>
              <a:t>SCREEN</a:t>
            </a:r>
            <a:endParaRPr lang="ko-KR" altLang="en-US" sz="800" kern="12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221539" y="391513"/>
            <a:ext cx="50334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LOCATION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3810118" y="132721"/>
            <a:ext cx="506549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SCREEN ID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6103865" y="132721"/>
            <a:ext cx="36067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UI TYPE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6484077" y="391513"/>
            <a:ext cx="82875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REQUIREMENT</a:t>
            </a:r>
            <a:r>
              <a:rPr lang="en-US" altLang="ko-KR" sz="800" baseline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ID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1" name="직선 연결선 50"/>
          <p:cNvCxnSpPr/>
          <p:nvPr userDrawn="1"/>
        </p:nvCxnSpPr>
        <p:spPr>
          <a:xfrm>
            <a:off x="221539" y="297703"/>
            <a:ext cx="9348923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 userDrawn="1"/>
        </p:nvCxnSpPr>
        <p:spPr>
          <a:xfrm>
            <a:off x="221538" y="573748"/>
            <a:ext cx="11846501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 userDrawn="1"/>
        </p:nvSpPr>
        <p:spPr>
          <a:xfrm>
            <a:off x="9654847" y="132721"/>
            <a:ext cx="357470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WRITER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2" name="TextBox 61"/>
          <p:cNvSpPr txBox="1"/>
          <p:nvPr userDrawn="1"/>
        </p:nvSpPr>
        <p:spPr>
          <a:xfrm>
            <a:off x="9654847" y="391513"/>
            <a:ext cx="37991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UPDATE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B6D1B6-0D1C-6C41-A7BC-AA09CFF79D65}"/>
              </a:ext>
            </a:extLst>
          </p:cNvPr>
          <p:cNvSpPr txBox="1"/>
          <p:nvPr userDrawn="1"/>
        </p:nvSpPr>
        <p:spPr>
          <a:xfrm>
            <a:off x="11861387" y="110569"/>
            <a:ext cx="141385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fld id="{87713E07-D50B-4BFF-A920-8C83D5B82E89}" type="slidenum">
              <a:rPr lang="ko-KR" altLang="en-US" sz="1000" b="1" spc="-70" smtClean="0">
                <a:latin typeface="+mj-ea"/>
                <a:ea typeface="+mj-ea"/>
              </a:rPr>
              <a:t>‹#›</a:t>
            </a:fld>
            <a:endParaRPr lang="ko-KR" altLang="en-US" sz="1000" b="1" spc="-70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8004064" y="132721"/>
            <a:ext cx="476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DEV. TYPE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43A049F-68E5-A256-07E9-B0B44407D7B7}"/>
              </a:ext>
            </a:extLst>
          </p:cNvPr>
          <p:cNvGrpSpPr/>
          <p:nvPr userDrawn="1"/>
        </p:nvGrpSpPr>
        <p:grpSpPr>
          <a:xfrm>
            <a:off x="1257609" y="777859"/>
            <a:ext cx="314860" cy="154851"/>
            <a:chOff x="2916496" y="777859"/>
            <a:chExt cx="314860" cy="154851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4352D99-D15C-FEF1-3919-531B586B3926}"/>
                </a:ext>
              </a:extLst>
            </p:cNvPr>
            <p:cNvSpPr>
              <a:spLocks/>
            </p:cNvSpPr>
            <p:nvPr userDrawn="1"/>
          </p:nvSpPr>
          <p:spPr>
            <a:xfrm>
              <a:off x="2916496" y="777859"/>
              <a:ext cx="314860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05E6535-1EA3-C9A2-04C4-A7CF9E33641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35815" y="801423"/>
              <a:ext cx="27622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spc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Setup</a:t>
              </a:r>
              <a:endParaRPr lang="ko-KR" altLang="en-US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85531F09-CF69-E5A9-7A4A-46AE5A0120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102" y="809942"/>
            <a:ext cx="986195" cy="9068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BFE9C1-9E9D-9B7E-8383-50F273782637}"/>
              </a:ext>
            </a:extLst>
          </p:cNvPr>
          <p:cNvGrpSpPr/>
          <p:nvPr userDrawn="1"/>
        </p:nvGrpSpPr>
        <p:grpSpPr>
          <a:xfrm>
            <a:off x="1610856" y="777859"/>
            <a:ext cx="871200" cy="154851"/>
            <a:chOff x="3398696" y="777859"/>
            <a:chExt cx="871200" cy="154851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555ACB3-C9FC-24A2-2AD2-AB1D90B48246}"/>
                </a:ext>
              </a:extLst>
            </p:cNvPr>
            <p:cNvSpPr>
              <a:spLocks/>
            </p:cNvSpPr>
            <p:nvPr userDrawn="1"/>
          </p:nvSpPr>
          <p:spPr>
            <a:xfrm>
              <a:off x="3398696" y="777859"/>
              <a:ext cx="871200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pic>
          <p:nvPicPr>
            <p:cNvPr id="8" name="그래픽 7" descr="벨소리 단색으로 채워진">
              <a:extLst>
                <a:ext uri="{FF2B5EF4-FFF2-40B4-BE49-F238E27FC236}">
                  <a16:creationId xmlns:a16="http://schemas.microsoft.com/office/drawing/2014/main" id="{DB18279B-521F-4519-482C-6DB782884A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31701" y="796178"/>
              <a:ext cx="118212" cy="118212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5BBB5C23-3B09-3D71-C550-0973224F1900}"/>
                </a:ext>
              </a:extLst>
            </p:cNvPr>
            <p:cNvCxnSpPr/>
            <p:nvPr userDrawn="1"/>
          </p:nvCxnSpPr>
          <p:spPr>
            <a:xfrm>
              <a:off x="3580071" y="801309"/>
              <a:ext cx="0" cy="10795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6C3076-BC18-BD10-8E26-5F9C74FD38C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626082" y="801423"/>
              <a:ext cx="30298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ON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1" name="이등변 삼각형 10">
              <a:extLst>
                <a:ext uri="{FF2B5EF4-FFF2-40B4-BE49-F238E27FC236}">
                  <a16:creationId xmlns:a16="http://schemas.microsoft.com/office/drawing/2014/main" id="{C822985E-0B4D-8A39-4AC6-FCD6444DD67D}"/>
                </a:ext>
              </a:extLst>
            </p:cNvPr>
            <p:cNvSpPr/>
            <p:nvPr userDrawn="1"/>
          </p:nvSpPr>
          <p:spPr>
            <a:xfrm rot="10800000">
              <a:off x="4141064" y="834503"/>
              <a:ext cx="63578" cy="4156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9DC2A93-D4C1-2405-382E-AD290EB47C27}"/>
                </a:ext>
              </a:extLst>
            </p:cNvPr>
            <p:cNvSpPr txBox="1">
              <a:spLocks/>
            </p:cNvSpPr>
            <p:nvPr userDrawn="1"/>
          </p:nvSpPr>
          <p:spPr>
            <a:xfrm rot="5400000">
              <a:off x="4146981" y="801425"/>
              <a:ext cx="9048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&gt;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001F688-4546-309E-D577-1813ACF6BD7F}"/>
              </a:ext>
            </a:extLst>
          </p:cNvPr>
          <p:cNvGrpSpPr/>
          <p:nvPr userDrawn="1"/>
        </p:nvGrpSpPr>
        <p:grpSpPr>
          <a:xfrm>
            <a:off x="2520443" y="777859"/>
            <a:ext cx="872688" cy="154851"/>
            <a:chOff x="4315061" y="777859"/>
            <a:chExt cx="872688" cy="15485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EE492B29-2C1F-B16D-562B-8C81C1164D40}"/>
                </a:ext>
              </a:extLst>
            </p:cNvPr>
            <p:cNvSpPr>
              <a:spLocks/>
            </p:cNvSpPr>
            <p:nvPr/>
          </p:nvSpPr>
          <p:spPr>
            <a:xfrm>
              <a:off x="4315061" y="777859"/>
              <a:ext cx="872688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3DDFAD3-E2E0-064E-292E-A73D4C5796C4}"/>
                </a:ext>
              </a:extLst>
            </p:cNvPr>
            <p:cNvSpPr txBox="1">
              <a:spLocks/>
            </p:cNvSpPr>
            <p:nvPr/>
          </p:nvSpPr>
          <p:spPr>
            <a:xfrm>
              <a:off x="4372123" y="801423"/>
              <a:ext cx="67037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ko-KR" altLang="en-US" sz="700" spc="-30" baseline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중환자실</a:t>
              </a:r>
            </a:p>
          </p:txBody>
        </p:sp>
        <p:sp>
          <p:nvSpPr>
            <p:cNvPr id="16" name="이등변 삼각형 15">
              <a:extLst>
                <a:ext uri="{FF2B5EF4-FFF2-40B4-BE49-F238E27FC236}">
                  <a16:creationId xmlns:a16="http://schemas.microsoft.com/office/drawing/2014/main" id="{07F19826-BAF6-1427-52C8-F78DF9BAE06C}"/>
                </a:ext>
              </a:extLst>
            </p:cNvPr>
            <p:cNvSpPr/>
            <p:nvPr/>
          </p:nvSpPr>
          <p:spPr>
            <a:xfrm rot="10800000">
              <a:off x="5073361" y="834503"/>
              <a:ext cx="63578" cy="4156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>
                    <a:alpha val="40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10BD98-CFC0-E45F-B105-66CEA5CC17AD}"/>
                </a:ext>
              </a:extLst>
            </p:cNvPr>
            <p:cNvSpPr txBox="1">
              <a:spLocks/>
            </p:cNvSpPr>
            <p:nvPr userDrawn="1"/>
          </p:nvSpPr>
          <p:spPr>
            <a:xfrm rot="5400000">
              <a:off x="5064835" y="801424"/>
              <a:ext cx="9048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&gt;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66E562F-AEC6-2C32-6152-1952E3919C29}"/>
              </a:ext>
            </a:extLst>
          </p:cNvPr>
          <p:cNvSpPr/>
          <p:nvPr userDrawn="1"/>
        </p:nvSpPr>
        <p:spPr>
          <a:xfrm>
            <a:off x="64655" y="965443"/>
            <a:ext cx="698958" cy="18119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375A891-6E94-D635-BD01-48A23A7C0A82}"/>
              </a:ext>
            </a:extLst>
          </p:cNvPr>
          <p:cNvSpPr txBox="1"/>
          <p:nvPr userDrawn="1"/>
        </p:nvSpPr>
        <p:spPr>
          <a:xfrm>
            <a:off x="139574" y="985855"/>
            <a:ext cx="549119" cy="140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BED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01</a:t>
            </a:r>
            <a:endParaRPr lang="ko-KR" altLang="en-US" sz="9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A966C8-CD18-70FC-C81E-4F1299C78BF7}"/>
              </a:ext>
            </a:extLst>
          </p:cNvPr>
          <p:cNvSpPr txBox="1"/>
          <p:nvPr userDrawn="1"/>
        </p:nvSpPr>
        <p:spPr>
          <a:xfrm>
            <a:off x="949385" y="1001451"/>
            <a:ext cx="120263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Hong Gil Dong, 20461445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39" name="그래픽 38" descr="벨소리 단색으로 채워진">
            <a:extLst>
              <a:ext uri="{FF2B5EF4-FFF2-40B4-BE49-F238E27FC236}">
                <a16:creationId xmlns:a16="http://schemas.microsoft.com/office/drawing/2014/main" id="{37D781E3-35A9-A0F5-4DA3-8434EFBCAE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965" y="996135"/>
            <a:ext cx="118270" cy="119809"/>
          </a:xfrm>
          <a:prstGeom prst="rect">
            <a:avLst/>
          </a:prstGeom>
        </p:spPr>
      </p:pic>
      <p:sp>
        <p:nvSpPr>
          <p:cNvPr id="99" name="TextBox 98">
            <a:extLst>
              <a:ext uri="{FF2B5EF4-FFF2-40B4-BE49-F238E27FC236}">
                <a16:creationId xmlns:a16="http://schemas.microsoft.com/office/drawing/2014/main" id="{ABF16319-E2FD-7A79-4B91-6E43AC4E797A}"/>
              </a:ext>
            </a:extLst>
          </p:cNvPr>
          <p:cNvSpPr txBox="1">
            <a:spLocks/>
          </p:cNvSpPr>
          <p:nvPr userDrawn="1"/>
        </p:nvSpPr>
        <p:spPr>
          <a:xfrm>
            <a:off x="95649" y="1156772"/>
            <a:ext cx="27052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LEAD Ⅱ 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CF174A8-2E60-A340-A9EC-C50EB154E82B}"/>
              </a:ext>
            </a:extLst>
          </p:cNvPr>
          <p:cNvSpPr txBox="1">
            <a:spLocks/>
          </p:cNvSpPr>
          <p:nvPr userDrawn="1"/>
        </p:nvSpPr>
        <p:spPr>
          <a:xfrm>
            <a:off x="2912323" y="1163426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E6F10BF-D104-6E3D-61CB-8E10AE562800}"/>
              </a:ext>
            </a:extLst>
          </p:cNvPr>
          <p:cNvSpPr txBox="1">
            <a:spLocks/>
          </p:cNvSpPr>
          <p:nvPr userDrawn="1"/>
        </p:nvSpPr>
        <p:spPr>
          <a:xfrm>
            <a:off x="2912323" y="1254634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E4FCC56D-D9F2-C792-CEF3-9A1007FEB77E}"/>
              </a:ext>
            </a:extLst>
          </p:cNvPr>
          <p:cNvSpPr txBox="1">
            <a:spLocks/>
          </p:cNvSpPr>
          <p:nvPr userDrawn="1"/>
        </p:nvSpPr>
        <p:spPr>
          <a:xfrm>
            <a:off x="2912322" y="1343692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B507BC9-C8F9-A32E-6F5E-9387449B4B3F}"/>
              </a:ext>
            </a:extLst>
          </p:cNvPr>
          <p:cNvSpPr txBox="1">
            <a:spLocks/>
          </p:cNvSpPr>
          <p:nvPr userDrawn="1"/>
        </p:nvSpPr>
        <p:spPr>
          <a:xfrm>
            <a:off x="3475732" y="1146637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60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D65B218A-9714-C041-6DFA-5C02552D99B0}"/>
              </a:ext>
            </a:extLst>
          </p:cNvPr>
          <p:cNvSpPr txBox="1">
            <a:spLocks/>
          </p:cNvSpPr>
          <p:nvPr userDrawn="1"/>
        </p:nvSpPr>
        <p:spPr>
          <a:xfrm>
            <a:off x="2912323" y="1474720"/>
            <a:ext cx="25235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SpO2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EC20CE4-9D11-AC88-5E4A-5BC04D2A711A}"/>
              </a:ext>
            </a:extLst>
          </p:cNvPr>
          <p:cNvSpPr txBox="1">
            <a:spLocks/>
          </p:cNvSpPr>
          <p:nvPr userDrawn="1"/>
        </p:nvSpPr>
        <p:spPr>
          <a:xfrm>
            <a:off x="2912323" y="1565927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6812D1E-4244-3E75-10C7-86094BB53E11}"/>
              </a:ext>
            </a:extLst>
          </p:cNvPr>
          <p:cNvSpPr txBox="1">
            <a:spLocks/>
          </p:cNvSpPr>
          <p:nvPr userDrawn="1"/>
        </p:nvSpPr>
        <p:spPr>
          <a:xfrm>
            <a:off x="2912322" y="1654986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100/50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EC4AB8D-5FDC-F06C-514D-35C6BD27C74D}"/>
              </a:ext>
            </a:extLst>
          </p:cNvPr>
          <p:cNvSpPr txBox="1">
            <a:spLocks/>
          </p:cNvSpPr>
          <p:nvPr userDrawn="1"/>
        </p:nvSpPr>
        <p:spPr>
          <a:xfrm>
            <a:off x="3475732" y="1455517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98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C47435D3-7EB6-14C2-3317-DC558390E574}"/>
              </a:ext>
            </a:extLst>
          </p:cNvPr>
          <p:cNvSpPr txBox="1">
            <a:spLocks/>
          </p:cNvSpPr>
          <p:nvPr userDrawn="1"/>
        </p:nvSpPr>
        <p:spPr>
          <a:xfrm>
            <a:off x="3924946" y="1163426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ABP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5CA2F0C-072D-3306-195C-61FD2BC6F5BC}"/>
              </a:ext>
            </a:extLst>
          </p:cNvPr>
          <p:cNvSpPr txBox="1">
            <a:spLocks/>
          </p:cNvSpPr>
          <p:nvPr userDrawn="1"/>
        </p:nvSpPr>
        <p:spPr>
          <a:xfrm>
            <a:off x="3924946" y="1254634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B9A9CCF-2378-57DB-4F68-E8EBE584E575}"/>
              </a:ext>
            </a:extLst>
          </p:cNvPr>
          <p:cNvSpPr txBox="1">
            <a:spLocks/>
          </p:cNvSpPr>
          <p:nvPr userDrawn="1"/>
        </p:nvSpPr>
        <p:spPr>
          <a:xfrm>
            <a:off x="3924945" y="1474720"/>
            <a:ext cx="265946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ART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37355B4-5B82-C25F-0AD6-58B2D470278B}"/>
              </a:ext>
            </a:extLst>
          </p:cNvPr>
          <p:cNvSpPr txBox="1">
            <a:spLocks/>
          </p:cNvSpPr>
          <p:nvPr userDrawn="1"/>
        </p:nvSpPr>
        <p:spPr>
          <a:xfrm>
            <a:off x="3924945" y="1565927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D8831A6-60E3-DD76-96B5-C6CCBE0DABD6}"/>
              </a:ext>
            </a:extLst>
          </p:cNvPr>
          <p:cNvSpPr txBox="1">
            <a:spLocks/>
          </p:cNvSpPr>
          <p:nvPr userDrawn="1"/>
        </p:nvSpPr>
        <p:spPr>
          <a:xfrm>
            <a:off x="4093839" y="1485784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6809C69-A6BB-CE94-6A86-227D77319121}"/>
              </a:ext>
            </a:extLst>
          </p:cNvPr>
          <p:cNvSpPr txBox="1">
            <a:spLocks/>
          </p:cNvSpPr>
          <p:nvPr userDrawn="1"/>
        </p:nvSpPr>
        <p:spPr>
          <a:xfrm>
            <a:off x="4125080" y="1653080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98" name="그림 97">
            <a:extLst>
              <a:ext uri="{FF2B5EF4-FFF2-40B4-BE49-F238E27FC236}">
                <a16:creationId xmlns:a16="http://schemas.microsoft.com/office/drawing/2014/main" id="{C9CE2E3B-FB2D-95E5-13E3-FAB2148E77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22741" y="1222300"/>
            <a:ext cx="673479" cy="171703"/>
          </a:xfrm>
          <a:prstGeom prst="rect">
            <a:avLst/>
          </a:prstGeom>
          <a:noFill/>
        </p:spPr>
      </p:pic>
      <p:pic>
        <p:nvPicPr>
          <p:cNvPr id="107" name="그림 106">
            <a:extLst>
              <a:ext uri="{FF2B5EF4-FFF2-40B4-BE49-F238E27FC236}">
                <a16:creationId xmlns:a16="http://schemas.microsoft.com/office/drawing/2014/main" id="{A7A7F0D4-25FA-355F-E207-9BE7023A27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96221" y="1222300"/>
            <a:ext cx="673479" cy="171703"/>
          </a:xfrm>
          <a:prstGeom prst="rect">
            <a:avLst/>
          </a:prstGeom>
          <a:noFill/>
        </p:spPr>
      </p:pic>
      <p:pic>
        <p:nvPicPr>
          <p:cNvPr id="108" name="그림 107">
            <a:extLst>
              <a:ext uri="{FF2B5EF4-FFF2-40B4-BE49-F238E27FC236}">
                <a16:creationId xmlns:a16="http://schemas.microsoft.com/office/drawing/2014/main" id="{12A777D3-EF2D-610F-59B4-B2D2819E21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68589" y="1222300"/>
            <a:ext cx="673479" cy="171703"/>
          </a:xfrm>
          <a:prstGeom prst="rect">
            <a:avLst/>
          </a:prstGeom>
          <a:noFill/>
        </p:spPr>
      </p:pic>
      <p:pic>
        <p:nvPicPr>
          <p:cNvPr id="110" name="그림 109">
            <a:extLst>
              <a:ext uri="{FF2B5EF4-FFF2-40B4-BE49-F238E27FC236}">
                <a16:creationId xmlns:a16="http://schemas.microsoft.com/office/drawing/2014/main" id="{9AB4CBCA-BDC5-4D22-EFC4-45411E7EF2C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43916" r="22170"/>
          <a:stretch/>
        </p:blipFill>
        <p:spPr>
          <a:xfrm>
            <a:off x="94365" y="1222300"/>
            <a:ext cx="228401" cy="171703"/>
          </a:xfrm>
          <a:prstGeom prst="rect">
            <a:avLst/>
          </a:prstGeom>
          <a:noFill/>
        </p:spPr>
      </p:pic>
      <p:pic>
        <p:nvPicPr>
          <p:cNvPr id="109" name="그림 108">
            <a:extLst>
              <a:ext uri="{FF2B5EF4-FFF2-40B4-BE49-F238E27FC236}">
                <a16:creationId xmlns:a16="http://schemas.microsoft.com/office/drawing/2014/main" id="{A181857F-5864-6DEC-D56F-DFF8FCCDAFA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2170"/>
          <a:stretch/>
        </p:blipFill>
        <p:spPr>
          <a:xfrm>
            <a:off x="2340081" y="1222300"/>
            <a:ext cx="524168" cy="171703"/>
          </a:xfrm>
          <a:prstGeom prst="rect">
            <a:avLst/>
          </a:prstGeom>
          <a:noFill/>
        </p:spPr>
      </p:pic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40F61B88-4165-F5D0-77C7-EF9E2413639E}"/>
              </a:ext>
            </a:extLst>
          </p:cNvPr>
          <p:cNvSpPr/>
          <p:nvPr userDrawn="1"/>
        </p:nvSpPr>
        <p:spPr>
          <a:xfrm>
            <a:off x="96636" y="1263593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81726191-BD23-2AF1-814A-077A6C7DF8B3}"/>
              </a:ext>
            </a:extLst>
          </p:cNvPr>
          <p:cNvSpPr txBox="1"/>
          <p:nvPr userDrawn="1"/>
        </p:nvSpPr>
        <p:spPr>
          <a:xfrm>
            <a:off x="94277" y="1399349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1mV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8DAFB24A-FB93-A755-F691-CEAAC3009B46}"/>
              </a:ext>
            </a:extLst>
          </p:cNvPr>
          <p:cNvSpPr>
            <a:spLocks/>
          </p:cNvSpPr>
          <p:nvPr userDrawn="1"/>
        </p:nvSpPr>
        <p:spPr>
          <a:xfrm>
            <a:off x="2869177" y="1149717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FBED9E49-33BE-1D9F-00AF-1AD0B305419F}"/>
              </a:ext>
            </a:extLst>
          </p:cNvPr>
          <p:cNvSpPr>
            <a:spLocks/>
          </p:cNvSpPr>
          <p:nvPr userDrawn="1"/>
        </p:nvSpPr>
        <p:spPr>
          <a:xfrm>
            <a:off x="3878807" y="1149717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0DE2D0AA-3A3C-C395-AB37-846A04D69B8F}"/>
              </a:ext>
            </a:extLst>
          </p:cNvPr>
          <p:cNvSpPr>
            <a:spLocks/>
          </p:cNvSpPr>
          <p:nvPr userDrawn="1"/>
        </p:nvSpPr>
        <p:spPr>
          <a:xfrm>
            <a:off x="2869177" y="1470400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4FD847BE-3B28-819C-D6FA-1C9BE3407F48}"/>
              </a:ext>
            </a:extLst>
          </p:cNvPr>
          <p:cNvSpPr>
            <a:spLocks/>
          </p:cNvSpPr>
          <p:nvPr userDrawn="1"/>
        </p:nvSpPr>
        <p:spPr>
          <a:xfrm>
            <a:off x="3878807" y="1470400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EEBE141A-E92B-6EA1-5F6E-9AE19E8B327C}"/>
              </a:ext>
            </a:extLst>
          </p:cNvPr>
          <p:cNvSpPr txBox="1">
            <a:spLocks/>
          </p:cNvSpPr>
          <p:nvPr userDrawn="1"/>
        </p:nvSpPr>
        <p:spPr>
          <a:xfrm>
            <a:off x="2912323" y="1803704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75D534C-8D68-66CA-D0CE-28E76790D975}"/>
              </a:ext>
            </a:extLst>
          </p:cNvPr>
          <p:cNvSpPr txBox="1">
            <a:spLocks/>
          </p:cNvSpPr>
          <p:nvPr userDrawn="1"/>
        </p:nvSpPr>
        <p:spPr>
          <a:xfrm>
            <a:off x="2912323" y="1894912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73978DBB-3EA5-476E-C95F-436D775FB460}"/>
              </a:ext>
            </a:extLst>
          </p:cNvPr>
          <p:cNvSpPr txBox="1">
            <a:spLocks/>
          </p:cNvSpPr>
          <p:nvPr userDrawn="1"/>
        </p:nvSpPr>
        <p:spPr>
          <a:xfrm>
            <a:off x="2912322" y="1983970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40/8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3247D866-6C05-85A5-F6BA-7C388BF09F9B}"/>
              </a:ext>
            </a:extLst>
          </p:cNvPr>
          <p:cNvSpPr txBox="1">
            <a:spLocks/>
          </p:cNvSpPr>
          <p:nvPr userDrawn="1"/>
        </p:nvSpPr>
        <p:spPr>
          <a:xfrm>
            <a:off x="3475732" y="1784502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302B111A-2B65-EF73-A7F8-4BFCC42C3B86}"/>
              </a:ext>
            </a:extLst>
          </p:cNvPr>
          <p:cNvSpPr txBox="1">
            <a:spLocks/>
          </p:cNvSpPr>
          <p:nvPr userDrawn="1"/>
        </p:nvSpPr>
        <p:spPr>
          <a:xfrm>
            <a:off x="2912322" y="2112585"/>
            <a:ext cx="294427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EtCO2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9CA979C4-F218-F7FA-3404-C54F75BDD542}"/>
              </a:ext>
            </a:extLst>
          </p:cNvPr>
          <p:cNvSpPr txBox="1">
            <a:spLocks/>
          </p:cNvSpPr>
          <p:nvPr userDrawn="1"/>
        </p:nvSpPr>
        <p:spPr>
          <a:xfrm>
            <a:off x="2912323" y="2203792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FA1C16DE-666C-909D-285C-9AD03AA13EB5}"/>
              </a:ext>
            </a:extLst>
          </p:cNvPr>
          <p:cNvSpPr txBox="1">
            <a:spLocks/>
          </p:cNvSpPr>
          <p:nvPr userDrawn="1"/>
        </p:nvSpPr>
        <p:spPr>
          <a:xfrm>
            <a:off x="2912322" y="229285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80/0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0B91C84A-8E9D-5ADB-EB75-5697E0C736B9}"/>
              </a:ext>
            </a:extLst>
          </p:cNvPr>
          <p:cNvSpPr txBox="1">
            <a:spLocks/>
          </p:cNvSpPr>
          <p:nvPr userDrawn="1"/>
        </p:nvSpPr>
        <p:spPr>
          <a:xfrm>
            <a:off x="3475732" y="2093382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33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01A8FE1F-654D-3DAE-A9BF-EF2D59759E12}"/>
              </a:ext>
            </a:extLst>
          </p:cNvPr>
          <p:cNvSpPr txBox="1">
            <a:spLocks/>
          </p:cNvSpPr>
          <p:nvPr userDrawn="1"/>
        </p:nvSpPr>
        <p:spPr>
          <a:xfrm>
            <a:off x="3924946" y="1803704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Temp1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C34D62A8-220F-E674-2A8C-23E664CF3379}"/>
              </a:ext>
            </a:extLst>
          </p:cNvPr>
          <p:cNvSpPr txBox="1">
            <a:spLocks/>
          </p:cNvSpPr>
          <p:nvPr userDrawn="1"/>
        </p:nvSpPr>
        <p:spPr>
          <a:xfrm>
            <a:off x="3924946" y="1894912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℃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4C48E77-79A2-13D3-E91D-B449E8D0D6F7}"/>
              </a:ext>
            </a:extLst>
          </p:cNvPr>
          <p:cNvSpPr txBox="1">
            <a:spLocks/>
          </p:cNvSpPr>
          <p:nvPr userDrawn="1"/>
        </p:nvSpPr>
        <p:spPr>
          <a:xfrm>
            <a:off x="3924945" y="1983970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41.0/34.0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390" name="TextBox 2389">
            <a:extLst>
              <a:ext uri="{FF2B5EF4-FFF2-40B4-BE49-F238E27FC236}">
                <a16:creationId xmlns:a16="http://schemas.microsoft.com/office/drawing/2014/main" id="{20011E12-567B-13B4-20D5-627A4293D472}"/>
              </a:ext>
            </a:extLst>
          </p:cNvPr>
          <p:cNvSpPr txBox="1">
            <a:spLocks/>
          </p:cNvSpPr>
          <p:nvPr userDrawn="1"/>
        </p:nvSpPr>
        <p:spPr>
          <a:xfrm>
            <a:off x="4210050" y="1784502"/>
            <a:ext cx="659855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36.5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88" name="TextBox 4287">
            <a:extLst>
              <a:ext uri="{FF2B5EF4-FFF2-40B4-BE49-F238E27FC236}">
                <a16:creationId xmlns:a16="http://schemas.microsoft.com/office/drawing/2014/main" id="{550E2849-689F-9E3D-2CC2-1D6B4FECFB11}"/>
              </a:ext>
            </a:extLst>
          </p:cNvPr>
          <p:cNvSpPr txBox="1">
            <a:spLocks/>
          </p:cNvSpPr>
          <p:nvPr userDrawn="1"/>
        </p:nvSpPr>
        <p:spPr>
          <a:xfrm>
            <a:off x="3924945" y="2112585"/>
            <a:ext cx="47074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GAS(Ex/In)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89" name="TextBox 4288">
            <a:extLst>
              <a:ext uri="{FF2B5EF4-FFF2-40B4-BE49-F238E27FC236}">
                <a16:creationId xmlns:a16="http://schemas.microsoft.com/office/drawing/2014/main" id="{9DFDED9A-9470-F5F6-D7B8-8CA8036320D6}"/>
              </a:ext>
            </a:extLst>
          </p:cNvPr>
          <p:cNvSpPr txBox="1">
            <a:spLocks/>
          </p:cNvSpPr>
          <p:nvPr userDrawn="1"/>
        </p:nvSpPr>
        <p:spPr>
          <a:xfrm>
            <a:off x="3924945" y="2203792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293" name="직사각형 4292">
            <a:extLst>
              <a:ext uri="{FF2B5EF4-FFF2-40B4-BE49-F238E27FC236}">
                <a16:creationId xmlns:a16="http://schemas.microsoft.com/office/drawing/2014/main" id="{3F25D334-96C8-695B-20EB-1BB1B7A8C7C4}"/>
              </a:ext>
            </a:extLst>
          </p:cNvPr>
          <p:cNvSpPr>
            <a:spLocks/>
          </p:cNvSpPr>
          <p:nvPr userDrawn="1"/>
        </p:nvSpPr>
        <p:spPr>
          <a:xfrm>
            <a:off x="2869177" y="1789996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94" name="직사각형 4293">
            <a:extLst>
              <a:ext uri="{FF2B5EF4-FFF2-40B4-BE49-F238E27FC236}">
                <a16:creationId xmlns:a16="http://schemas.microsoft.com/office/drawing/2014/main" id="{1D1A0A9B-5A07-5414-B7FB-B4128E80E485}"/>
              </a:ext>
            </a:extLst>
          </p:cNvPr>
          <p:cNvSpPr>
            <a:spLocks/>
          </p:cNvSpPr>
          <p:nvPr userDrawn="1"/>
        </p:nvSpPr>
        <p:spPr>
          <a:xfrm>
            <a:off x="3878807" y="1789996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95" name="직사각형 4294">
            <a:extLst>
              <a:ext uri="{FF2B5EF4-FFF2-40B4-BE49-F238E27FC236}">
                <a16:creationId xmlns:a16="http://schemas.microsoft.com/office/drawing/2014/main" id="{73F22F79-FB6D-AF6F-FA1E-2364C076D0FB}"/>
              </a:ext>
            </a:extLst>
          </p:cNvPr>
          <p:cNvSpPr>
            <a:spLocks/>
          </p:cNvSpPr>
          <p:nvPr userDrawn="1"/>
        </p:nvSpPr>
        <p:spPr>
          <a:xfrm>
            <a:off x="2869177" y="2108265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96" name="직사각형 4295">
            <a:extLst>
              <a:ext uri="{FF2B5EF4-FFF2-40B4-BE49-F238E27FC236}">
                <a16:creationId xmlns:a16="http://schemas.microsoft.com/office/drawing/2014/main" id="{AC120AB8-51A0-824C-A8F9-0C73A8D66266}"/>
              </a:ext>
            </a:extLst>
          </p:cNvPr>
          <p:cNvSpPr>
            <a:spLocks/>
          </p:cNvSpPr>
          <p:nvPr userDrawn="1"/>
        </p:nvSpPr>
        <p:spPr>
          <a:xfrm>
            <a:off x="3878807" y="2108265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299" name="TextBox 4298">
            <a:extLst>
              <a:ext uri="{FF2B5EF4-FFF2-40B4-BE49-F238E27FC236}">
                <a16:creationId xmlns:a16="http://schemas.microsoft.com/office/drawing/2014/main" id="{3F420279-BC43-0C4D-1FFC-0BEB8E8D8F81}"/>
              </a:ext>
            </a:extLst>
          </p:cNvPr>
          <p:cNvSpPr txBox="1">
            <a:spLocks/>
          </p:cNvSpPr>
          <p:nvPr userDrawn="1"/>
        </p:nvSpPr>
        <p:spPr>
          <a:xfrm>
            <a:off x="4093839" y="1165152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300" name="TextBox 4299">
            <a:extLst>
              <a:ext uri="{FF2B5EF4-FFF2-40B4-BE49-F238E27FC236}">
                <a16:creationId xmlns:a16="http://schemas.microsoft.com/office/drawing/2014/main" id="{C087BBD4-EDB0-A243-DDB1-C6661E79B126}"/>
              </a:ext>
            </a:extLst>
          </p:cNvPr>
          <p:cNvSpPr txBox="1">
            <a:spLocks/>
          </p:cNvSpPr>
          <p:nvPr userDrawn="1"/>
        </p:nvSpPr>
        <p:spPr>
          <a:xfrm>
            <a:off x="4125080" y="1332448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301" name="TextBox 4300">
            <a:extLst>
              <a:ext uri="{FF2B5EF4-FFF2-40B4-BE49-F238E27FC236}">
                <a16:creationId xmlns:a16="http://schemas.microsoft.com/office/drawing/2014/main" id="{AB972C10-591B-DF51-DB3F-FCC6F4B0AD74}"/>
              </a:ext>
            </a:extLst>
          </p:cNvPr>
          <p:cNvSpPr txBox="1"/>
          <p:nvPr userDrawn="1"/>
        </p:nvSpPr>
        <p:spPr>
          <a:xfrm>
            <a:off x="95649" y="1512574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PLETH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303" name="그림 4302">
            <a:extLst>
              <a:ext uri="{FF2B5EF4-FFF2-40B4-BE49-F238E27FC236}">
                <a16:creationId xmlns:a16="http://schemas.microsoft.com/office/drawing/2014/main" id="{2BB5D92E-24B9-A441-4F31-10F509541C7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653" y="1625272"/>
            <a:ext cx="2803479" cy="165551"/>
          </a:xfrm>
          <a:prstGeom prst="rect">
            <a:avLst/>
          </a:prstGeom>
        </p:spPr>
      </p:pic>
      <p:sp>
        <p:nvSpPr>
          <p:cNvPr id="950" name="TextBox 949">
            <a:extLst>
              <a:ext uri="{FF2B5EF4-FFF2-40B4-BE49-F238E27FC236}">
                <a16:creationId xmlns:a16="http://schemas.microsoft.com/office/drawing/2014/main" id="{4AB31E30-446D-648E-6605-25F3FA14D53D}"/>
              </a:ext>
            </a:extLst>
          </p:cNvPr>
          <p:cNvSpPr txBox="1">
            <a:spLocks/>
          </p:cNvSpPr>
          <p:nvPr userDrawn="1"/>
        </p:nvSpPr>
        <p:spPr>
          <a:xfrm>
            <a:off x="3924945" y="2306734"/>
            <a:ext cx="47374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N2O: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951" name="TextBox 950">
            <a:extLst>
              <a:ext uri="{FF2B5EF4-FFF2-40B4-BE49-F238E27FC236}">
                <a16:creationId xmlns:a16="http://schemas.microsoft.com/office/drawing/2014/main" id="{981575BF-06C7-046C-C3B4-B9740F10F8D7}"/>
              </a:ext>
            </a:extLst>
          </p:cNvPr>
          <p:cNvSpPr txBox="1">
            <a:spLocks/>
          </p:cNvSpPr>
          <p:nvPr userDrawn="1"/>
        </p:nvSpPr>
        <p:spPr>
          <a:xfrm>
            <a:off x="4459859" y="2216664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SEV: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666" name="TextBox 4665">
            <a:extLst>
              <a:ext uri="{FF2B5EF4-FFF2-40B4-BE49-F238E27FC236}">
                <a16:creationId xmlns:a16="http://schemas.microsoft.com/office/drawing/2014/main" id="{21B1C8F9-64D2-087C-302A-97E8F99C25D5}"/>
              </a:ext>
            </a:extLst>
          </p:cNvPr>
          <p:cNvSpPr txBox="1">
            <a:spLocks/>
          </p:cNvSpPr>
          <p:nvPr userDrawn="1"/>
        </p:nvSpPr>
        <p:spPr>
          <a:xfrm>
            <a:off x="4459859" y="2306734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DES: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667" name="TextBox 4666">
            <a:extLst>
              <a:ext uri="{FF2B5EF4-FFF2-40B4-BE49-F238E27FC236}">
                <a16:creationId xmlns:a16="http://schemas.microsoft.com/office/drawing/2014/main" id="{13134AFD-797D-99CE-2294-E7ED77B5A390}"/>
              </a:ext>
            </a:extLst>
          </p:cNvPr>
          <p:cNvSpPr txBox="1">
            <a:spLocks/>
          </p:cNvSpPr>
          <p:nvPr userDrawn="1"/>
        </p:nvSpPr>
        <p:spPr>
          <a:xfrm>
            <a:off x="4459859" y="2134287"/>
            <a:ext cx="42955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970" name="TextBox 2969">
            <a:extLst>
              <a:ext uri="{FF2B5EF4-FFF2-40B4-BE49-F238E27FC236}">
                <a16:creationId xmlns:a16="http://schemas.microsoft.com/office/drawing/2014/main" id="{41C035FC-91D7-6336-B9C0-5F15B0CFEA55}"/>
              </a:ext>
            </a:extLst>
          </p:cNvPr>
          <p:cNvSpPr txBox="1"/>
          <p:nvPr userDrawn="1"/>
        </p:nvSpPr>
        <p:spPr>
          <a:xfrm>
            <a:off x="95649" y="1818265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RESP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2971" name="그림 2970">
            <a:extLst>
              <a:ext uri="{FF2B5EF4-FFF2-40B4-BE49-F238E27FC236}">
                <a16:creationId xmlns:a16="http://schemas.microsoft.com/office/drawing/2014/main" id="{07E3A516-D4AB-1FC6-B0A1-1DDFD991ADB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4653" y="1930965"/>
            <a:ext cx="1648849" cy="124293"/>
          </a:xfrm>
          <a:prstGeom prst="rect">
            <a:avLst/>
          </a:prstGeom>
        </p:spPr>
      </p:pic>
      <p:sp>
        <p:nvSpPr>
          <p:cNvPr id="2973" name="TextBox 2972">
            <a:extLst>
              <a:ext uri="{FF2B5EF4-FFF2-40B4-BE49-F238E27FC236}">
                <a16:creationId xmlns:a16="http://schemas.microsoft.com/office/drawing/2014/main" id="{57E48702-F3A9-35F8-7CD8-A0EBA808A6C3}"/>
              </a:ext>
            </a:extLst>
          </p:cNvPr>
          <p:cNvSpPr txBox="1"/>
          <p:nvPr userDrawn="1"/>
        </p:nvSpPr>
        <p:spPr>
          <a:xfrm>
            <a:off x="95649" y="2123957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CAPNO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2974" name="그림 2973">
            <a:extLst>
              <a:ext uri="{FF2B5EF4-FFF2-40B4-BE49-F238E27FC236}">
                <a16:creationId xmlns:a16="http://schemas.microsoft.com/office/drawing/2014/main" id="{1263C935-3B40-80E5-DC76-4E24A0CB5F3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grayscl/>
            <a:alphaModFix amt="70000"/>
          </a:blip>
          <a:srcRect/>
          <a:stretch/>
        </p:blipFill>
        <p:spPr>
          <a:xfrm>
            <a:off x="64653" y="2236655"/>
            <a:ext cx="2803480" cy="165551"/>
          </a:xfrm>
          <a:prstGeom prst="rect">
            <a:avLst/>
          </a:prstGeom>
        </p:spPr>
      </p:pic>
      <p:pic>
        <p:nvPicPr>
          <p:cNvPr id="2975" name="그림 2974">
            <a:extLst>
              <a:ext uri="{FF2B5EF4-FFF2-40B4-BE49-F238E27FC236}">
                <a16:creationId xmlns:a16="http://schemas.microsoft.com/office/drawing/2014/main" id="{869E409E-E2CC-8DCB-88E0-BABD65D87DF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9973"/>
          <a:stretch/>
        </p:blipFill>
        <p:spPr>
          <a:xfrm>
            <a:off x="1713501" y="1930965"/>
            <a:ext cx="1154632" cy="124293"/>
          </a:xfrm>
          <a:prstGeom prst="rect">
            <a:avLst/>
          </a:prstGeom>
        </p:spPr>
      </p:pic>
      <p:sp>
        <p:nvSpPr>
          <p:cNvPr id="2979" name="직사각형 2978">
            <a:extLst>
              <a:ext uri="{FF2B5EF4-FFF2-40B4-BE49-F238E27FC236}">
                <a16:creationId xmlns:a16="http://schemas.microsoft.com/office/drawing/2014/main" id="{679195FA-A651-0814-6611-7165401F8AA5}"/>
              </a:ext>
            </a:extLst>
          </p:cNvPr>
          <p:cNvSpPr/>
          <p:nvPr userDrawn="1"/>
        </p:nvSpPr>
        <p:spPr>
          <a:xfrm>
            <a:off x="96636" y="1925936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80" name="TextBox 2979">
            <a:extLst>
              <a:ext uri="{FF2B5EF4-FFF2-40B4-BE49-F238E27FC236}">
                <a16:creationId xmlns:a16="http://schemas.microsoft.com/office/drawing/2014/main" id="{941E7B4D-47CA-8879-C983-3326579418E8}"/>
              </a:ext>
            </a:extLst>
          </p:cNvPr>
          <p:cNvSpPr txBox="1"/>
          <p:nvPr userDrawn="1"/>
        </p:nvSpPr>
        <p:spPr>
          <a:xfrm>
            <a:off x="94277" y="2050114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1Ω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596" name="사각형: 둥근 모서리 3595">
            <a:extLst>
              <a:ext uri="{FF2B5EF4-FFF2-40B4-BE49-F238E27FC236}">
                <a16:creationId xmlns:a16="http://schemas.microsoft.com/office/drawing/2014/main" id="{BB18ED2E-AE7A-9829-79D8-D4350DB038AE}"/>
              </a:ext>
            </a:extLst>
          </p:cNvPr>
          <p:cNvSpPr/>
          <p:nvPr userDrawn="1"/>
        </p:nvSpPr>
        <p:spPr>
          <a:xfrm>
            <a:off x="4889166" y="965443"/>
            <a:ext cx="698958" cy="18119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597" name="TextBox 3596">
            <a:extLst>
              <a:ext uri="{FF2B5EF4-FFF2-40B4-BE49-F238E27FC236}">
                <a16:creationId xmlns:a16="http://schemas.microsoft.com/office/drawing/2014/main" id="{FF85E322-263A-126B-9029-983D6C58161F}"/>
              </a:ext>
            </a:extLst>
          </p:cNvPr>
          <p:cNvSpPr txBox="1"/>
          <p:nvPr userDrawn="1"/>
        </p:nvSpPr>
        <p:spPr>
          <a:xfrm>
            <a:off x="4964085" y="985855"/>
            <a:ext cx="549119" cy="140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BED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05</a:t>
            </a:r>
            <a:endParaRPr lang="ko-KR" altLang="en-US" sz="9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3598" name="TextBox 3597">
            <a:extLst>
              <a:ext uri="{FF2B5EF4-FFF2-40B4-BE49-F238E27FC236}">
                <a16:creationId xmlns:a16="http://schemas.microsoft.com/office/drawing/2014/main" id="{C96FD2A4-3293-C4B7-DC2A-A779276C08F4}"/>
              </a:ext>
            </a:extLst>
          </p:cNvPr>
          <p:cNvSpPr txBox="1"/>
          <p:nvPr userDrawn="1"/>
        </p:nvSpPr>
        <p:spPr>
          <a:xfrm>
            <a:off x="5773896" y="1001451"/>
            <a:ext cx="120263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Hong Gil Dong, 20461445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3599" name="그래픽 3598" descr="벨소리 단색으로 채워진">
            <a:extLst>
              <a:ext uri="{FF2B5EF4-FFF2-40B4-BE49-F238E27FC236}">
                <a16:creationId xmlns:a16="http://schemas.microsoft.com/office/drawing/2014/main" id="{41CC5BB8-44BA-1381-7202-C305C707B6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1476" y="996135"/>
            <a:ext cx="118270" cy="119809"/>
          </a:xfrm>
          <a:prstGeom prst="rect">
            <a:avLst/>
          </a:prstGeom>
        </p:spPr>
      </p:pic>
      <p:sp>
        <p:nvSpPr>
          <p:cNvPr id="3600" name="TextBox 3599">
            <a:extLst>
              <a:ext uri="{FF2B5EF4-FFF2-40B4-BE49-F238E27FC236}">
                <a16:creationId xmlns:a16="http://schemas.microsoft.com/office/drawing/2014/main" id="{8A3A6AF2-33CE-5BD6-C00E-4970C0CA8DAD}"/>
              </a:ext>
            </a:extLst>
          </p:cNvPr>
          <p:cNvSpPr txBox="1">
            <a:spLocks/>
          </p:cNvSpPr>
          <p:nvPr userDrawn="1"/>
        </p:nvSpPr>
        <p:spPr>
          <a:xfrm>
            <a:off x="4920160" y="1156772"/>
            <a:ext cx="27052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LEAD Ⅱ 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3601" name="TextBox 3600">
            <a:extLst>
              <a:ext uri="{FF2B5EF4-FFF2-40B4-BE49-F238E27FC236}">
                <a16:creationId xmlns:a16="http://schemas.microsoft.com/office/drawing/2014/main" id="{7582EF48-C41C-192E-05BF-C5E1B1BA5294}"/>
              </a:ext>
            </a:extLst>
          </p:cNvPr>
          <p:cNvSpPr txBox="1">
            <a:spLocks/>
          </p:cNvSpPr>
          <p:nvPr userDrawn="1"/>
        </p:nvSpPr>
        <p:spPr>
          <a:xfrm>
            <a:off x="7736834" y="1163426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02" name="TextBox 3601">
            <a:extLst>
              <a:ext uri="{FF2B5EF4-FFF2-40B4-BE49-F238E27FC236}">
                <a16:creationId xmlns:a16="http://schemas.microsoft.com/office/drawing/2014/main" id="{18C32482-3CFA-4A41-7DD8-91586C5F8E02}"/>
              </a:ext>
            </a:extLst>
          </p:cNvPr>
          <p:cNvSpPr txBox="1">
            <a:spLocks/>
          </p:cNvSpPr>
          <p:nvPr userDrawn="1"/>
        </p:nvSpPr>
        <p:spPr>
          <a:xfrm>
            <a:off x="7736834" y="1254634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03" name="TextBox 3602">
            <a:extLst>
              <a:ext uri="{FF2B5EF4-FFF2-40B4-BE49-F238E27FC236}">
                <a16:creationId xmlns:a16="http://schemas.microsoft.com/office/drawing/2014/main" id="{BCA6CD11-9916-DBE4-5EA8-86B5FBF3653C}"/>
              </a:ext>
            </a:extLst>
          </p:cNvPr>
          <p:cNvSpPr txBox="1">
            <a:spLocks/>
          </p:cNvSpPr>
          <p:nvPr userDrawn="1"/>
        </p:nvSpPr>
        <p:spPr>
          <a:xfrm>
            <a:off x="7736833" y="1343692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04" name="TextBox 3603">
            <a:extLst>
              <a:ext uri="{FF2B5EF4-FFF2-40B4-BE49-F238E27FC236}">
                <a16:creationId xmlns:a16="http://schemas.microsoft.com/office/drawing/2014/main" id="{964F70F4-EC04-196D-1946-706D276B55F2}"/>
              </a:ext>
            </a:extLst>
          </p:cNvPr>
          <p:cNvSpPr txBox="1">
            <a:spLocks/>
          </p:cNvSpPr>
          <p:nvPr userDrawn="1"/>
        </p:nvSpPr>
        <p:spPr>
          <a:xfrm>
            <a:off x="8300243" y="1146637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60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05" name="TextBox 3604">
            <a:extLst>
              <a:ext uri="{FF2B5EF4-FFF2-40B4-BE49-F238E27FC236}">
                <a16:creationId xmlns:a16="http://schemas.microsoft.com/office/drawing/2014/main" id="{2AE2D9F2-5A55-26EC-EFB8-2DA11DCA50A3}"/>
              </a:ext>
            </a:extLst>
          </p:cNvPr>
          <p:cNvSpPr txBox="1">
            <a:spLocks/>
          </p:cNvSpPr>
          <p:nvPr userDrawn="1"/>
        </p:nvSpPr>
        <p:spPr>
          <a:xfrm>
            <a:off x="7736834" y="1474720"/>
            <a:ext cx="25235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SpO2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06" name="TextBox 3605">
            <a:extLst>
              <a:ext uri="{FF2B5EF4-FFF2-40B4-BE49-F238E27FC236}">
                <a16:creationId xmlns:a16="http://schemas.microsoft.com/office/drawing/2014/main" id="{D765210C-B271-9289-D060-54D8500F3AB4}"/>
              </a:ext>
            </a:extLst>
          </p:cNvPr>
          <p:cNvSpPr txBox="1">
            <a:spLocks/>
          </p:cNvSpPr>
          <p:nvPr userDrawn="1"/>
        </p:nvSpPr>
        <p:spPr>
          <a:xfrm>
            <a:off x="7736834" y="1565927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07" name="TextBox 3606">
            <a:extLst>
              <a:ext uri="{FF2B5EF4-FFF2-40B4-BE49-F238E27FC236}">
                <a16:creationId xmlns:a16="http://schemas.microsoft.com/office/drawing/2014/main" id="{12B2A96C-9303-8A7A-B961-0185576EE225}"/>
              </a:ext>
            </a:extLst>
          </p:cNvPr>
          <p:cNvSpPr txBox="1">
            <a:spLocks/>
          </p:cNvSpPr>
          <p:nvPr userDrawn="1"/>
        </p:nvSpPr>
        <p:spPr>
          <a:xfrm>
            <a:off x="7736833" y="1654986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100/50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08" name="TextBox 3607">
            <a:extLst>
              <a:ext uri="{FF2B5EF4-FFF2-40B4-BE49-F238E27FC236}">
                <a16:creationId xmlns:a16="http://schemas.microsoft.com/office/drawing/2014/main" id="{3327F536-E4DD-44B2-89F9-21B2E8E4F22C}"/>
              </a:ext>
            </a:extLst>
          </p:cNvPr>
          <p:cNvSpPr txBox="1">
            <a:spLocks/>
          </p:cNvSpPr>
          <p:nvPr userDrawn="1"/>
        </p:nvSpPr>
        <p:spPr>
          <a:xfrm>
            <a:off x="8300243" y="1455517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98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09" name="TextBox 3608">
            <a:extLst>
              <a:ext uri="{FF2B5EF4-FFF2-40B4-BE49-F238E27FC236}">
                <a16:creationId xmlns:a16="http://schemas.microsoft.com/office/drawing/2014/main" id="{E67587DC-DDCF-97BB-F671-0CD9AA575228}"/>
              </a:ext>
            </a:extLst>
          </p:cNvPr>
          <p:cNvSpPr txBox="1">
            <a:spLocks/>
          </p:cNvSpPr>
          <p:nvPr userDrawn="1"/>
        </p:nvSpPr>
        <p:spPr>
          <a:xfrm>
            <a:off x="8749457" y="1163426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ABP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10" name="TextBox 3609">
            <a:extLst>
              <a:ext uri="{FF2B5EF4-FFF2-40B4-BE49-F238E27FC236}">
                <a16:creationId xmlns:a16="http://schemas.microsoft.com/office/drawing/2014/main" id="{31DBF7E1-5AEB-DA58-2DB8-81D1161E36A3}"/>
              </a:ext>
            </a:extLst>
          </p:cNvPr>
          <p:cNvSpPr txBox="1">
            <a:spLocks/>
          </p:cNvSpPr>
          <p:nvPr userDrawn="1"/>
        </p:nvSpPr>
        <p:spPr>
          <a:xfrm>
            <a:off x="8749457" y="1254634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12" name="TextBox 3611">
            <a:extLst>
              <a:ext uri="{FF2B5EF4-FFF2-40B4-BE49-F238E27FC236}">
                <a16:creationId xmlns:a16="http://schemas.microsoft.com/office/drawing/2014/main" id="{DE292F21-DFD1-1B6A-7ABC-2FC5ACE2AFEE}"/>
              </a:ext>
            </a:extLst>
          </p:cNvPr>
          <p:cNvSpPr txBox="1">
            <a:spLocks/>
          </p:cNvSpPr>
          <p:nvPr userDrawn="1"/>
        </p:nvSpPr>
        <p:spPr>
          <a:xfrm>
            <a:off x="8749456" y="1474720"/>
            <a:ext cx="265946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ART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13" name="TextBox 3612">
            <a:extLst>
              <a:ext uri="{FF2B5EF4-FFF2-40B4-BE49-F238E27FC236}">
                <a16:creationId xmlns:a16="http://schemas.microsoft.com/office/drawing/2014/main" id="{347EA0C1-58C0-5692-68DD-A85035D2ECA2}"/>
              </a:ext>
            </a:extLst>
          </p:cNvPr>
          <p:cNvSpPr txBox="1">
            <a:spLocks/>
          </p:cNvSpPr>
          <p:nvPr userDrawn="1"/>
        </p:nvSpPr>
        <p:spPr>
          <a:xfrm>
            <a:off x="8749456" y="1565927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15" name="TextBox 3614">
            <a:extLst>
              <a:ext uri="{FF2B5EF4-FFF2-40B4-BE49-F238E27FC236}">
                <a16:creationId xmlns:a16="http://schemas.microsoft.com/office/drawing/2014/main" id="{709E7DD5-F350-B181-77CF-B78DF41BEB5E}"/>
              </a:ext>
            </a:extLst>
          </p:cNvPr>
          <p:cNvSpPr txBox="1">
            <a:spLocks/>
          </p:cNvSpPr>
          <p:nvPr userDrawn="1"/>
        </p:nvSpPr>
        <p:spPr>
          <a:xfrm>
            <a:off x="8918350" y="1485784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16" name="TextBox 3615">
            <a:extLst>
              <a:ext uri="{FF2B5EF4-FFF2-40B4-BE49-F238E27FC236}">
                <a16:creationId xmlns:a16="http://schemas.microsoft.com/office/drawing/2014/main" id="{9912DC89-2F4F-6587-2532-CDA2EBE12F7C}"/>
              </a:ext>
            </a:extLst>
          </p:cNvPr>
          <p:cNvSpPr txBox="1">
            <a:spLocks/>
          </p:cNvSpPr>
          <p:nvPr userDrawn="1"/>
        </p:nvSpPr>
        <p:spPr>
          <a:xfrm>
            <a:off x="8949591" y="1653080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3617" name="그림 3616">
            <a:extLst>
              <a:ext uri="{FF2B5EF4-FFF2-40B4-BE49-F238E27FC236}">
                <a16:creationId xmlns:a16="http://schemas.microsoft.com/office/drawing/2014/main" id="{C3247F97-5D16-ABDB-7965-844C8632566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47252" y="1222300"/>
            <a:ext cx="673479" cy="171703"/>
          </a:xfrm>
          <a:prstGeom prst="rect">
            <a:avLst/>
          </a:prstGeom>
          <a:noFill/>
        </p:spPr>
      </p:pic>
      <p:pic>
        <p:nvPicPr>
          <p:cNvPr id="3618" name="그림 3617">
            <a:extLst>
              <a:ext uri="{FF2B5EF4-FFF2-40B4-BE49-F238E27FC236}">
                <a16:creationId xmlns:a16="http://schemas.microsoft.com/office/drawing/2014/main" id="{7E5AAA78-977F-FA01-F1FD-3BD6816A3C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820732" y="1222300"/>
            <a:ext cx="673479" cy="171703"/>
          </a:xfrm>
          <a:prstGeom prst="rect">
            <a:avLst/>
          </a:prstGeom>
          <a:noFill/>
        </p:spPr>
      </p:pic>
      <p:pic>
        <p:nvPicPr>
          <p:cNvPr id="3619" name="그림 3618">
            <a:extLst>
              <a:ext uri="{FF2B5EF4-FFF2-40B4-BE49-F238E27FC236}">
                <a16:creationId xmlns:a16="http://schemas.microsoft.com/office/drawing/2014/main" id="{7E9238AC-61F0-A7C3-8C92-58751B1EBFF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3100" y="1222300"/>
            <a:ext cx="673479" cy="171703"/>
          </a:xfrm>
          <a:prstGeom prst="rect">
            <a:avLst/>
          </a:prstGeom>
          <a:noFill/>
        </p:spPr>
      </p:pic>
      <p:pic>
        <p:nvPicPr>
          <p:cNvPr id="3620" name="그림 3619">
            <a:extLst>
              <a:ext uri="{FF2B5EF4-FFF2-40B4-BE49-F238E27FC236}">
                <a16:creationId xmlns:a16="http://schemas.microsoft.com/office/drawing/2014/main" id="{AE991233-F726-9C06-83EC-9C70C886F95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43916" r="22170"/>
          <a:stretch/>
        </p:blipFill>
        <p:spPr>
          <a:xfrm>
            <a:off x="4918876" y="1222300"/>
            <a:ext cx="228401" cy="171703"/>
          </a:xfrm>
          <a:prstGeom prst="rect">
            <a:avLst/>
          </a:prstGeom>
          <a:noFill/>
        </p:spPr>
      </p:pic>
      <p:pic>
        <p:nvPicPr>
          <p:cNvPr id="3621" name="그림 3620">
            <a:extLst>
              <a:ext uri="{FF2B5EF4-FFF2-40B4-BE49-F238E27FC236}">
                <a16:creationId xmlns:a16="http://schemas.microsoft.com/office/drawing/2014/main" id="{FEB0B5F9-2FFC-7DCF-7421-F1A88ABD8FD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2170"/>
          <a:stretch/>
        </p:blipFill>
        <p:spPr>
          <a:xfrm>
            <a:off x="7164592" y="1222300"/>
            <a:ext cx="524168" cy="171703"/>
          </a:xfrm>
          <a:prstGeom prst="rect">
            <a:avLst/>
          </a:prstGeom>
          <a:noFill/>
        </p:spPr>
      </p:pic>
      <p:sp>
        <p:nvSpPr>
          <p:cNvPr id="3622" name="직사각형 3621">
            <a:extLst>
              <a:ext uri="{FF2B5EF4-FFF2-40B4-BE49-F238E27FC236}">
                <a16:creationId xmlns:a16="http://schemas.microsoft.com/office/drawing/2014/main" id="{2F06F0B5-280A-5D0B-C72C-A272B7FCD7D8}"/>
              </a:ext>
            </a:extLst>
          </p:cNvPr>
          <p:cNvSpPr/>
          <p:nvPr userDrawn="1"/>
        </p:nvSpPr>
        <p:spPr>
          <a:xfrm>
            <a:off x="4921147" y="1263593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23" name="TextBox 3622">
            <a:extLst>
              <a:ext uri="{FF2B5EF4-FFF2-40B4-BE49-F238E27FC236}">
                <a16:creationId xmlns:a16="http://schemas.microsoft.com/office/drawing/2014/main" id="{F748AB55-6A75-C10D-BA29-7C65DDCF38D9}"/>
              </a:ext>
            </a:extLst>
          </p:cNvPr>
          <p:cNvSpPr txBox="1"/>
          <p:nvPr userDrawn="1"/>
        </p:nvSpPr>
        <p:spPr>
          <a:xfrm>
            <a:off x="4918788" y="1399349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1mV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624" name="직사각형 3623">
            <a:extLst>
              <a:ext uri="{FF2B5EF4-FFF2-40B4-BE49-F238E27FC236}">
                <a16:creationId xmlns:a16="http://schemas.microsoft.com/office/drawing/2014/main" id="{8A167CB0-646D-7707-E82C-6E79CF704381}"/>
              </a:ext>
            </a:extLst>
          </p:cNvPr>
          <p:cNvSpPr>
            <a:spLocks/>
          </p:cNvSpPr>
          <p:nvPr userDrawn="1"/>
        </p:nvSpPr>
        <p:spPr>
          <a:xfrm>
            <a:off x="7693688" y="1149717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25" name="직사각형 3624">
            <a:extLst>
              <a:ext uri="{FF2B5EF4-FFF2-40B4-BE49-F238E27FC236}">
                <a16:creationId xmlns:a16="http://schemas.microsoft.com/office/drawing/2014/main" id="{D177FE1F-0B6D-B65F-5F03-E58610FB4A0A}"/>
              </a:ext>
            </a:extLst>
          </p:cNvPr>
          <p:cNvSpPr>
            <a:spLocks/>
          </p:cNvSpPr>
          <p:nvPr userDrawn="1"/>
        </p:nvSpPr>
        <p:spPr>
          <a:xfrm>
            <a:off x="8703318" y="1149717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26" name="직사각형 3625">
            <a:extLst>
              <a:ext uri="{FF2B5EF4-FFF2-40B4-BE49-F238E27FC236}">
                <a16:creationId xmlns:a16="http://schemas.microsoft.com/office/drawing/2014/main" id="{A73D1760-4701-1568-427A-CFC7066C9FD2}"/>
              </a:ext>
            </a:extLst>
          </p:cNvPr>
          <p:cNvSpPr>
            <a:spLocks/>
          </p:cNvSpPr>
          <p:nvPr userDrawn="1"/>
        </p:nvSpPr>
        <p:spPr>
          <a:xfrm>
            <a:off x="7693688" y="1470400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27" name="직사각형 3626">
            <a:extLst>
              <a:ext uri="{FF2B5EF4-FFF2-40B4-BE49-F238E27FC236}">
                <a16:creationId xmlns:a16="http://schemas.microsoft.com/office/drawing/2014/main" id="{068A0E1B-169A-0084-25D7-F46472781B17}"/>
              </a:ext>
            </a:extLst>
          </p:cNvPr>
          <p:cNvSpPr>
            <a:spLocks/>
          </p:cNvSpPr>
          <p:nvPr userDrawn="1"/>
        </p:nvSpPr>
        <p:spPr>
          <a:xfrm>
            <a:off x="8703318" y="1470400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28" name="TextBox 3627">
            <a:extLst>
              <a:ext uri="{FF2B5EF4-FFF2-40B4-BE49-F238E27FC236}">
                <a16:creationId xmlns:a16="http://schemas.microsoft.com/office/drawing/2014/main" id="{42C0A184-E213-9547-E795-CD4CB8A4356B}"/>
              </a:ext>
            </a:extLst>
          </p:cNvPr>
          <p:cNvSpPr txBox="1">
            <a:spLocks/>
          </p:cNvSpPr>
          <p:nvPr userDrawn="1"/>
        </p:nvSpPr>
        <p:spPr>
          <a:xfrm>
            <a:off x="7736834" y="1803704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29" name="TextBox 3628">
            <a:extLst>
              <a:ext uri="{FF2B5EF4-FFF2-40B4-BE49-F238E27FC236}">
                <a16:creationId xmlns:a16="http://schemas.microsoft.com/office/drawing/2014/main" id="{F958A7BB-FDC8-E28F-CBF0-CA335C31A8C6}"/>
              </a:ext>
            </a:extLst>
          </p:cNvPr>
          <p:cNvSpPr txBox="1">
            <a:spLocks/>
          </p:cNvSpPr>
          <p:nvPr userDrawn="1"/>
        </p:nvSpPr>
        <p:spPr>
          <a:xfrm>
            <a:off x="7736834" y="1894912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30" name="TextBox 3629">
            <a:extLst>
              <a:ext uri="{FF2B5EF4-FFF2-40B4-BE49-F238E27FC236}">
                <a16:creationId xmlns:a16="http://schemas.microsoft.com/office/drawing/2014/main" id="{83AA1766-4789-C55B-891D-292598D579A3}"/>
              </a:ext>
            </a:extLst>
          </p:cNvPr>
          <p:cNvSpPr txBox="1">
            <a:spLocks/>
          </p:cNvSpPr>
          <p:nvPr userDrawn="1"/>
        </p:nvSpPr>
        <p:spPr>
          <a:xfrm>
            <a:off x="7736833" y="1983970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40/8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31" name="TextBox 3630">
            <a:extLst>
              <a:ext uri="{FF2B5EF4-FFF2-40B4-BE49-F238E27FC236}">
                <a16:creationId xmlns:a16="http://schemas.microsoft.com/office/drawing/2014/main" id="{5D1E1DCB-0C38-3C48-A2C8-C2812DF3F430}"/>
              </a:ext>
            </a:extLst>
          </p:cNvPr>
          <p:cNvSpPr txBox="1">
            <a:spLocks/>
          </p:cNvSpPr>
          <p:nvPr userDrawn="1"/>
        </p:nvSpPr>
        <p:spPr>
          <a:xfrm>
            <a:off x="8300243" y="1784502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32" name="TextBox 3631">
            <a:extLst>
              <a:ext uri="{FF2B5EF4-FFF2-40B4-BE49-F238E27FC236}">
                <a16:creationId xmlns:a16="http://schemas.microsoft.com/office/drawing/2014/main" id="{C11C1CCB-47DF-5491-4B18-C7DA4D31792D}"/>
              </a:ext>
            </a:extLst>
          </p:cNvPr>
          <p:cNvSpPr txBox="1">
            <a:spLocks/>
          </p:cNvSpPr>
          <p:nvPr userDrawn="1"/>
        </p:nvSpPr>
        <p:spPr>
          <a:xfrm>
            <a:off x="7736833" y="2112585"/>
            <a:ext cx="294427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EtCO2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33" name="TextBox 3632">
            <a:extLst>
              <a:ext uri="{FF2B5EF4-FFF2-40B4-BE49-F238E27FC236}">
                <a16:creationId xmlns:a16="http://schemas.microsoft.com/office/drawing/2014/main" id="{A9B33FA9-A77C-4791-4934-72B7720EF6A1}"/>
              </a:ext>
            </a:extLst>
          </p:cNvPr>
          <p:cNvSpPr txBox="1">
            <a:spLocks/>
          </p:cNvSpPr>
          <p:nvPr userDrawn="1"/>
        </p:nvSpPr>
        <p:spPr>
          <a:xfrm>
            <a:off x="7736834" y="2203792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34" name="TextBox 3633">
            <a:extLst>
              <a:ext uri="{FF2B5EF4-FFF2-40B4-BE49-F238E27FC236}">
                <a16:creationId xmlns:a16="http://schemas.microsoft.com/office/drawing/2014/main" id="{17158253-75C4-E576-9B16-632B7125956B}"/>
              </a:ext>
            </a:extLst>
          </p:cNvPr>
          <p:cNvSpPr txBox="1">
            <a:spLocks/>
          </p:cNvSpPr>
          <p:nvPr userDrawn="1"/>
        </p:nvSpPr>
        <p:spPr>
          <a:xfrm>
            <a:off x="7736833" y="229285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80/0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35" name="TextBox 3634">
            <a:extLst>
              <a:ext uri="{FF2B5EF4-FFF2-40B4-BE49-F238E27FC236}">
                <a16:creationId xmlns:a16="http://schemas.microsoft.com/office/drawing/2014/main" id="{FB0DC23C-5E43-4CDC-9B47-0CBF555B94B6}"/>
              </a:ext>
            </a:extLst>
          </p:cNvPr>
          <p:cNvSpPr txBox="1">
            <a:spLocks/>
          </p:cNvSpPr>
          <p:nvPr userDrawn="1"/>
        </p:nvSpPr>
        <p:spPr>
          <a:xfrm>
            <a:off x="8300243" y="2093382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33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36" name="TextBox 3635">
            <a:extLst>
              <a:ext uri="{FF2B5EF4-FFF2-40B4-BE49-F238E27FC236}">
                <a16:creationId xmlns:a16="http://schemas.microsoft.com/office/drawing/2014/main" id="{98DC482A-C44D-A580-E3F6-EE404189233E}"/>
              </a:ext>
            </a:extLst>
          </p:cNvPr>
          <p:cNvSpPr txBox="1">
            <a:spLocks/>
          </p:cNvSpPr>
          <p:nvPr userDrawn="1"/>
        </p:nvSpPr>
        <p:spPr>
          <a:xfrm>
            <a:off x="8749457" y="1803704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Temp1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37" name="TextBox 3636">
            <a:extLst>
              <a:ext uri="{FF2B5EF4-FFF2-40B4-BE49-F238E27FC236}">
                <a16:creationId xmlns:a16="http://schemas.microsoft.com/office/drawing/2014/main" id="{846745C8-91BF-0716-5146-F31711A69F22}"/>
              </a:ext>
            </a:extLst>
          </p:cNvPr>
          <p:cNvSpPr txBox="1">
            <a:spLocks/>
          </p:cNvSpPr>
          <p:nvPr userDrawn="1"/>
        </p:nvSpPr>
        <p:spPr>
          <a:xfrm>
            <a:off x="8749457" y="1894912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℃</a:t>
            </a:r>
          </a:p>
        </p:txBody>
      </p:sp>
      <p:sp>
        <p:nvSpPr>
          <p:cNvPr id="3638" name="TextBox 3637">
            <a:extLst>
              <a:ext uri="{FF2B5EF4-FFF2-40B4-BE49-F238E27FC236}">
                <a16:creationId xmlns:a16="http://schemas.microsoft.com/office/drawing/2014/main" id="{9AE3088B-7202-9B3F-97CF-4398DD43891A}"/>
              </a:ext>
            </a:extLst>
          </p:cNvPr>
          <p:cNvSpPr txBox="1">
            <a:spLocks/>
          </p:cNvSpPr>
          <p:nvPr userDrawn="1"/>
        </p:nvSpPr>
        <p:spPr>
          <a:xfrm>
            <a:off x="8749456" y="1983970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41.0/34.0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39" name="TextBox 3638">
            <a:extLst>
              <a:ext uri="{FF2B5EF4-FFF2-40B4-BE49-F238E27FC236}">
                <a16:creationId xmlns:a16="http://schemas.microsoft.com/office/drawing/2014/main" id="{14897050-D092-3590-C3A9-FA6D351F0AB3}"/>
              </a:ext>
            </a:extLst>
          </p:cNvPr>
          <p:cNvSpPr txBox="1">
            <a:spLocks/>
          </p:cNvSpPr>
          <p:nvPr userDrawn="1"/>
        </p:nvSpPr>
        <p:spPr>
          <a:xfrm>
            <a:off x="9034561" y="1784502"/>
            <a:ext cx="659855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36.5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40" name="TextBox 3639">
            <a:extLst>
              <a:ext uri="{FF2B5EF4-FFF2-40B4-BE49-F238E27FC236}">
                <a16:creationId xmlns:a16="http://schemas.microsoft.com/office/drawing/2014/main" id="{92F1B4F6-F5C4-C228-C874-9235FEB8810F}"/>
              </a:ext>
            </a:extLst>
          </p:cNvPr>
          <p:cNvSpPr txBox="1">
            <a:spLocks/>
          </p:cNvSpPr>
          <p:nvPr userDrawn="1"/>
        </p:nvSpPr>
        <p:spPr>
          <a:xfrm>
            <a:off x="8749456" y="2112585"/>
            <a:ext cx="47074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GAS(Ex/In)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41" name="TextBox 3640">
            <a:extLst>
              <a:ext uri="{FF2B5EF4-FFF2-40B4-BE49-F238E27FC236}">
                <a16:creationId xmlns:a16="http://schemas.microsoft.com/office/drawing/2014/main" id="{2F05F02E-AA51-0079-0915-BB4707EA62ED}"/>
              </a:ext>
            </a:extLst>
          </p:cNvPr>
          <p:cNvSpPr txBox="1">
            <a:spLocks/>
          </p:cNvSpPr>
          <p:nvPr userDrawn="1"/>
        </p:nvSpPr>
        <p:spPr>
          <a:xfrm>
            <a:off x="8749456" y="2203792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42" name="직사각형 3641">
            <a:extLst>
              <a:ext uri="{FF2B5EF4-FFF2-40B4-BE49-F238E27FC236}">
                <a16:creationId xmlns:a16="http://schemas.microsoft.com/office/drawing/2014/main" id="{65FA1E0A-60E3-9F55-9568-9F5E3A4C9D09}"/>
              </a:ext>
            </a:extLst>
          </p:cNvPr>
          <p:cNvSpPr>
            <a:spLocks/>
          </p:cNvSpPr>
          <p:nvPr userDrawn="1"/>
        </p:nvSpPr>
        <p:spPr>
          <a:xfrm>
            <a:off x="7693688" y="1789996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43" name="직사각형 3642">
            <a:extLst>
              <a:ext uri="{FF2B5EF4-FFF2-40B4-BE49-F238E27FC236}">
                <a16:creationId xmlns:a16="http://schemas.microsoft.com/office/drawing/2014/main" id="{69211DD5-0FDF-3683-0B62-84F375937FD4}"/>
              </a:ext>
            </a:extLst>
          </p:cNvPr>
          <p:cNvSpPr>
            <a:spLocks/>
          </p:cNvSpPr>
          <p:nvPr userDrawn="1"/>
        </p:nvSpPr>
        <p:spPr>
          <a:xfrm>
            <a:off x="8703318" y="1789996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44" name="직사각형 3643">
            <a:extLst>
              <a:ext uri="{FF2B5EF4-FFF2-40B4-BE49-F238E27FC236}">
                <a16:creationId xmlns:a16="http://schemas.microsoft.com/office/drawing/2014/main" id="{A93E12BC-C584-99DE-DA3C-9C278926B142}"/>
              </a:ext>
            </a:extLst>
          </p:cNvPr>
          <p:cNvSpPr>
            <a:spLocks/>
          </p:cNvSpPr>
          <p:nvPr userDrawn="1"/>
        </p:nvSpPr>
        <p:spPr>
          <a:xfrm>
            <a:off x="7693688" y="2108265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45" name="직사각형 3644">
            <a:extLst>
              <a:ext uri="{FF2B5EF4-FFF2-40B4-BE49-F238E27FC236}">
                <a16:creationId xmlns:a16="http://schemas.microsoft.com/office/drawing/2014/main" id="{4A065609-B26B-63AF-4D87-C3A1BCAE1A00}"/>
              </a:ext>
            </a:extLst>
          </p:cNvPr>
          <p:cNvSpPr>
            <a:spLocks/>
          </p:cNvSpPr>
          <p:nvPr userDrawn="1"/>
        </p:nvSpPr>
        <p:spPr>
          <a:xfrm>
            <a:off x="8703318" y="2108265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646" name="TextBox 3645">
            <a:extLst>
              <a:ext uri="{FF2B5EF4-FFF2-40B4-BE49-F238E27FC236}">
                <a16:creationId xmlns:a16="http://schemas.microsoft.com/office/drawing/2014/main" id="{5F8FDF1A-56DA-A29A-8C70-7702BB52BB05}"/>
              </a:ext>
            </a:extLst>
          </p:cNvPr>
          <p:cNvSpPr txBox="1">
            <a:spLocks/>
          </p:cNvSpPr>
          <p:nvPr userDrawn="1"/>
        </p:nvSpPr>
        <p:spPr>
          <a:xfrm>
            <a:off x="8918350" y="1165152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647" name="TextBox 3646">
            <a:extLst>
              <a:ext uri="{FF2B5EF4-FFF2-40B4-BE49-F238E27FC236}">
                <a16:creationId xmlns:a16="http://schemas.microsoft.com/office/drawing/2014/main" id="{8B2DD497-B416-4C66-3140-5BADC845B8C1}"/>
              </a:ext>
            </a:extLst>
          </p:cNvPr>
          <p:cNvSpPr txBox="1">
            <a:spLocks/>
          </p:cNvSpPr>
          <p:nvPr userDrawn="1"/>
        </p:nvSpPr>
        <p:spPr>
          <a:xfrm>
            <a:off x="8949591" y="1332448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672" name="TextBox 4671">
            <a:extLst>
              <a:ext uri="{FF2B5EF4-FFF2-40B4-BE49-F238E27FC236}">
                <a16:creationId xmlns:a16="http://schemas.microsoft.com/office/drawing/2014/main" id="{85D71C48-9927-5018-719C-66FCC2FAD55E}"/>
              </a:ext>
            </a:extLst>
          </p:cNvPr>
          <p:cNvSpPr txBox="1"/>
          <p:nvPr userDrawn="1"/>
        </p:nvSpPr>
        <p:spPr>
          <a:xfrm>
            <a:off x="4920160" y="1512574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PLETH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673" name="그림 4672">
            <a:extLst>
              <a:ext uri="{FF2B5EF4-FFF2-40B4-BE49-F238E27FC236}">
                <a16:creationId xmlns:a16="http://schemas.microsoft.com/office/drawing/2014/main" id="{A524B661-C957-66B8-12C6-7BBA4024774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89164" y="1625272"/>
            <a:ext cx="2803479" cy="165551"/>
          </a:xfrm>
          <a:prstGeom prst="rect">
            <a:avLst/>
          </a:prstGeom>
        </p:spPr>
      </p:pic>
      <p:sp>
        <p:nvSpPr>
          <p:cNvPr id="4674" name="TextBox 4673">
            <a:extLst>
              <a:ext uri="{FF2B5EF4-FFF2-40B4-BE49-F238E27FC236}">
                <a16:creationId xmlns:a16="http://schemas.microsoft.com/office/drawing/2014/main" id="{2B464469-D201-F44E-FD05-50D772B23DA9}"/>
              </a:ext>
            </a:extLst>
          </p:cNvPr>
          <p:cNvSpPr txBox="1">
            <a:spLocks/>
          </p:cNvSpPr>
          <p:nvPr userDrawn="1"/>
        </p:nvSpPr>
        <p:spPr>
          <a:xfrm>
            <a:off x="8749456" y="2306734"/>
            <a:ext cx="47374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N2O: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675" name="TextBox 4674">
            <a:extLst>
              <a:ext uri="{FF2B5EF4-FFF2-40B4-BE49-F238E27FC236}">
                <a16:creationId xmlns:a16="http://schemas.microsoft.com/office/drawing/2014/main" id="{1FFEB998-3100-6BC3-09A6-A1E87ECE4DB5}"/>
              </a:ext>
            </a:extLst>
          </p:cNvPr>
          <p:cNvSpPr txBox="1">
            <a:spLocks/>
          </p:cNvSpPr>
          <p:nvPr userDrawn="1"/>
        </p:nvSpPr>
        <p:spPr>
          <a:xfrm>
            <a:off x="9284370" y="2216664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SEV: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676" name="TextBox 4675">
            <a:extLst>
              <a:ext uri="{FF2B5EF4-FFF2-40B4-BE49-F238E27FC236}">
                <a16:creationId xmlns:a16="http://schemas.microsoft.com/office/drawing/2014/main" id="{E067C8B4-5674-604B-994E-A404B5AA3C64}"/>
              </a:ext>
            </a:extLst>
          </p:cNvPr>
          <p:cNvSpPr txBox="1">
            <a:spLocks/>
          </p:cNvSpPr>
          <p:nvPr userDrawn="1"/>
        </p:nvSpPr>
        <p:spPr>
          <a:xfrm>
            <a:off x="9284370" y="2306734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DES: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677" name="TextBox 4676">
            <a:extLst>
              <a:ext uri="{FF2B5EF4-FFF2-40B4-BE49-F238E27FC236}">
                <a16:creationId xmlns:a16="http://schemas.microsoft.com/office/drawing/2014/main" id="{CD2C49B8-AC17-196D-7551-CAD273493CC0}"/>
              </a:ext>
            </a:extLst>
          </p:cNvPr>
          <p:cNvSpPr txBox="1">
            <a:spLocks/>
          </p:cNvSpPr>
          <p:nvPr userDrawn="1"/>
        </p:nvSpPr>
        <p:spPr>
          <a:xfrm>
            <a:off x="9284370" y="2134287"/>
            <a:ext cx="42955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679" name="TextBox 4678">
            <a:extLst>
              <a:ext uri="{FF2B5EF4-FFF2-40B4-BE49-F238E27FC236}">
                <a16:creationId xmlns:a16="http://schemas.microsoft.com/office/drawing/2014/main" id="{6DDA6854-C508-3268-F04F-3C508C76EAB8}"/>
              </a:ext>
            </a:extLst>
          </p:cNvPr>
          <p:cNvSpPr txBox="1"/>
          <p:nvPr userDrawn="1"/>
        </p:nvSpPr>
        <p:spPr>
          <a:xfrm>
            <a:off x="4920160" y="1818265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RESP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4680" name="그림 4679">
            <a:extLst>
              <a:ext uri="{FF2B5EF4-FFF2-40B4-BE49-F238E27FC236}">
                <a16:creationId xmlns:a16="http://schemas.microsoft.com/office/drawing/2014/main" id="{F9EDA7C1-4E8F-13A8-11BA-1516CD8D1EF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889164" y="1930965"/>
            <a:ext cx="1648849" cy="124293"/>
          </a:xfrm>
          <a:prstGeom prst="rect">
            <a:avLst/>
          </a:prstGeom>
        </p:spPr>
      </p:pic>
      <p:sp>
        <p:nvSpPr>
          <p:cNvPr id="4681" name="TextBox 4680">
            <a:extLst>
              <a:ext uri="{FF2B5EF4-FFF2-40B4-BE49-F238E27FC236}">
                <a16:creationId xmlns:a16="http://schemas.microsoft.com/office/drawing/2014/main" id="{369A9FFD-8DCA-870C-254E-440DBA82513C}"/>
              </a:ext>
            </a:extLst>
          </p:cNvPr>
          <p:cNvSpPr txBox="1"/>
          <p:nvPr userDrawn="1"/>
        </p:nvSpPr>
        <p:spPr>
          <a:xfrm>
            <a:off x="4920160" y="2123957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CAPNO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682" name="그림 4681">
            <a:extLst>
              <a:ext uri="{FF2B5EF4-FFF2-40B4-BE49-F238E27FC236}">
                <a16:creationId xmlns:a16="http://schemas.microsoft.com/office/drawing/2014/main" id="{70EA119E-D29B-02A4-AA43-1E891EA77B6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grayscl/>
            <a:alphaModFix amt="70000"/>
          </a:blip>
          <a:srcRect/>
          <a:stretch/>
        </p:blipFill>
        <p:spPr>
          <a:xfrm>
            <a:off x="4889164" y="2236655"/>
            <a:ext cx="2803480" cy="165551"/>
          </a:xfrm>
          <a:prstGeom prst="rect">
            <a:avLst/>
          </a:prstGeom>
        </p:spPr>
      </p:pic>
      <p:pic>
        <p:nvPicPr>
          <p:cNvPr id="4683" name="그림 4682">
            <a:extLst>
              <a:ext uri="{FF2B5EF4-FFF2-40B4-BE49-F238E27FC236}">
                <a16:creationId xmlns:a16="http://schemas.microsoft.com/office/drawing/2014/main" id="{B94D9052-F6FF-59B1-FAFE-5ABC0F804EB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9973"/>
          <a:stretch/>
        </p:blipFill>
        <p:spPr>
          <a:xfrm>
            <a:off x="6538012" y="1930965"/>
            <a:ext cx="1154632" cy="124293"/>
          </a:xfrm>
          <a:prstGeom prst="rect">
            <a:avLst/>
          </a:prstGeom>
        </p:spPr>
      </p:pic>
      <p:sp>
        <p:nvSpPr>
          <p:cNvPr id="4684" name="직사각형 4683">
            <a:extLst>
              <a:ext uri="{FF2B5EF4-FFF2-40B4-BE49-F238E27FC236}">
                <a16:creationId xmlns:a16="http://schemas.microsoft.com/office/drawing/2014/main" id="{F0214CDC-8C80-1D13-F37D-EAA89B7C0386}"/>
              </a:ext>
            </a:extLst>
          </p:cNvPr>
          <p:cNvSpPr/>
          <p:nvPr userDrawn="1"/>
        </p:nvSpPr>
        <p:spPr>
          <a:xfrm>
            <a:off x="4921147" y="1925936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85" name="TextBox 4684">
            <a:extLst>
              <a:ext uri="{FF2B5EF4-FFF2-40B4-BE49-F238E27FC236}">
                <a16:creationId xmlns:a16="http://schemas.microsoft.com/office/drawing/2014/main" id="{0B6EA70E-B2FC-E371-58B5-7C88191B4D6F}"/>
              </a:ext>
            </a:extLst>
          </p:cNvPr>
          <p:cNvSpPr txBox="1"/>
          <p:nvPr userDrawn="1"/>
        </p:nvSpPr>
        <p:spPr>
          <a:xfrm>
            <a:off x="4918788" y="2050114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1Ω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756" name="사각형: 둥근 모서리 4755">
            <a:extLst>
              <a:ext uri="{FF2B5EF4-FFF2-40B4-BE49-F238E27FC236}">
                <a16:creationId xmlns:a16="http://schemas.microsoft.com/office/drawing/2014/main" id="{53B3B09F-34C1-B6F0-144A-C8B1B24CA0B2}"/>
              </a:ext>
            </a:extLst>
          </p:cNvPr>
          <p:cNvSpPr/>
          <p:nvPr userDrawn="1"/>
        </p:nvSpPr>
        <p:spPr>
          <a:xfrm>
            <a:off x="64655" y="2428209"/>
            <a:ext cx="698958" cy="18119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757" name="TextBox 4756">
            <a:extLst>
              <a:ext uri="{FF2B5EF4-FFF2-40B4-BE49-F238E27FC236}">
                <a16:creationId xmlns:a16="http://schemas.microsoft.com/office/drawing/2014/main" id="{F9DF0755-8D8D-3CB3-352F-6B0343AC6571}"/>
              </a:ext>
            </a:extLst>
          </p:cNvPr>
          <p:cNvSpPr txBox="1"/>
          <p:nvPr userDrawn="1"/>
        </p:nvSpPr>
        <p:spPr>
          <a:xfrm>
            <a:off x="139574" y="2448621"/>
            <a:ext cx="549119" cy="140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BED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02</a:t>
            </a:r>
            <a:endParaRPr lang="ko-KR" altLang="en-US" sz="9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758" name="TextBox 4757">
            <a:extLst>
              <a:ext uri="{FF2B5EF4-FFF2-40B4-BE49-F238E27FC236}">
                <a16:creationId xmlns:a16="http://schemas.microsoft.com/office/drawing/2014/main" id="{44D8145C-3F5D-56B7-50F5-25BD4550186B}"/>
              </a:ext>
            </a:extLst>
          </p:cNvPr>
          <p:cNvSpPr txBox="1"/>
          <p:nvPr userDrawn="1"/>
        </p:nvSpPr>
        <p:spPr>
          <a:xfrm>
            <a:off x="949385" y="2464217"/>
            <a:ext cx="120263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Hong Gil Dong, 20461445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759" name="그래픽 4758" descr="벨소리 단색으로 채워진">
            <a:extLst>
              <a:ext uri="{FF2B5EF4-FFF2-40B4-BE49-F238E27FC236}">
                <a16:creationId xmlns:a16="http://schemas.microsoft.com/office/drawing/2014/main" id="{1B3531AF-F70B-2B37-A2FB-87CBDE63FE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965" y="2458901"/>
            <a:ext cx="118270" cy="119809"/>
          </a:xfrm>
          <a:prstGeom prst="rect">
            <a:avLst/>
          </a:prstGeom>
        </p:spPr>
      </p:pic>
      <p:sp>
        <p:nvSpPr>
          <p:cNvPr id="4760" name="TextBox 4759">
            <a:extLst>
              <a:ext uri="{FF2B5EF4-FFF2-40B4-BE49-F238E27FC236}">
                <a16:creationId xmlns:a16="http://schemas.microsoft.com/office/drawing/2014/main" id="{49ABECE6-6F9A-63BD-BF47-7FE5B9B214B8}"/>
              </a:ext>
            </a:extLst>
          </p:cNvPr>
          <p:cNvSpPr txBox="1">
            <a:spLocks/>
          </p:cNvSpPr>
          <p:nvPr userDrawn="1"/>
        </p:nvSpPr>
        <p:spPr>
          <a:xfrm>
            <a:off x="95649" y="2619538"/>
            <a:ext cx="27052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LEAD Ⅱ 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761" name="TextBox 4760">
            <a:extLst>
              <a:ext uri="{FF2B5EF4-FFF2-40B4-BE49-F238E27FC236}">
                <a16:creationId xmlns:a16="http://schemas.microsoft.com/office/drawing/2014/main" id="{A16F9E87-8314-34B8-B5CA-D05DAF5279A0}"/>
              </a:ext>
            </a:extLst>
          </p:cNvPr>
          <p:cNvSpPr txBox="1">
            <a:spLocks/>
          </p:cNvSpPr>
          <p:nvPr userDrawn="1"/>
        </p:nvSpPr>
        <p:spPr>
          <a:xfrm>
            <a:off x="2912323" y="2626192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62" name="TextBox 4761">
            <a:extLst>
              <a:ext uri="{FF2B5EF4-FFF2-40B4-BE49-F238E27FC236}">
                <a16:creationId xmlns:a16="http://schemas.microsoft.com/office/drawing/2014/main" id="{FB32E750-6443-3919-0480-C7EF7FC2A8DC}"/>
              </a:ext>
            </a:extLst>
          </p:cNvPr>
          <p:cNvSpPr txBox="1">
            <a:spLocks/>
          </p:cNvSpPr>
          <p:nvPr userDrawn="1"/>
        </p:nvSpPr>
        <p:spPr>
          <a:xfrm>
            <a:off x="2912323" y="2717400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63" name="TextBox 4762">
            <a:extLst>
              <a:ext uri="{FF2B5EF4-FFF2-40B4-BE49-F238E27FC236}">
                <a16:creationId xmlns:a16="http://schemas.microsoft.com/office/drawing/2014/main" id="{D2CA199F-3A3F-DE1B-3318-A291853644E0}"/>
              </a:ext>
            </a:extLst>
          </p:cNvPr>
          <p:cNvSpPr txBox="1">
            <a:spLocks/>
          </p:cNvSpPr>
          <p:nvPr userDrawn="1"/>
        </p:nvSpPr>
        <p:spPr>
          <a:xfrm>
            <a:off x="2912322" y="2806458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64" name="TextBox 4763">
            <a:extLst>
              <a:ext uri="{FF2B5EF4-FFF2-40B4-BE49-F238E27FC236}">
                <a16:creationId xmlns:a16="http://schemas.microsoft.com/office/drawing/2014/main" id="{362C6F37-6FB5-5D42-D033-AD196224BAD0}"/>
              </a:ext>
            </a:extLst>
          </p:cNvPr>
          <p:cNvSpPr txBox="1">
            <a:spLocks/>
          </p:cNvSpPr>
          <p:nvPr userDrawn="1"/>
        </p:nvSpPr>
        <p:spPr>
          <a:xfrm>
            <a:off x="3475732" y="2609403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60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65" name="TextBox 4764">
            <a:extLst>
              <a:ext uri="{FF2B5EF4-FFF2-40B4-BE49-F238E27FC236}">
                <a16:creationId xmlns:a16="http://schemas.microsoft.com/office/drawing/2014/main" id="{D6945FE4-5FBF-CC4E-96A4-ACDF32CC46AD}"/>
              </a:ext>
            </a:extLst>
          </p:cNvPr>
          <p:cNvSpPr txBox="1">
            <a:spLocks/>
          </p:cNvSpPr>
          <p:nvPr userDrawn="1"/>
        </p:nvSpPr>
        <p:spPr>
          <a:xfrm>
            <a:off x="2912323" y="2937486"/>
            <a:ext cx="25235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SpO2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66" name="TextBox 4765">
            <a:extLst>
              <a:ext uri="{FF2B5EF4-FFF2-40B4-BE49-F238E27FC236}">
                <a16:creationId xmlns:a16="http://schemas.microsoft.com/office/drawing/2014/main" id="{0CDBC84D-9F79-F91A-6F0B-91EB48235FD4}"/>
              </a:ext>
            </a:extLst>
          </p:cNvPr>
          <p:cNvSpPr txBox="1">
            <a:spLocks/>
          </p:cNvSpPr>
          <p:nvPr userDrawn="1"/>
        </p:nvSpPr>
        <p:spPr>
          <a:xfrm>
            <a:off x="2912323" y="3028693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67" name="TextBox 4766">
            <a:extLst>
              <a:ext uri="{FF2B5EF4-FFF2-40B4-BE49-F238E27FC236}">
                <a16:creationId xmlns:a16="http://schemas.microsoft.com/office/drawing/2014/main" id="{1B6FF50B-50A9-5F38-63AF-C3B3E547DBD5}"/>
              </a:ext>
            </a:extLst>
          </p:cNvPr>
          <p:cNvSpPr txBox="1">
            <a:spLocks/>
          </p:cNvSpPr>
          <p:nvPr userDrawn="1"/>
        </p:nvSpPr>
        <p:spPr>
          <a:xfrm>
            <a:off x="2912322" y="3117752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100/50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68" name="TextBox 4767">
            <a:extLst>
              <a:ext uri="{FF2B5EF4-FFF2-40B4-BE49-F238E27FC236}">
                <a16:creationId xmlns:a16="http://schemas.microsoft.com/office/drawing/2014/main" id="{1C5BE880-1E41-D91E-F2DF-49C1E2BCB643}"/>
              </a:ext>
            </a:extLst>
          </p:cNvPr>
          <p:cNvSpPr txBox="1">
            <a:spLocks/>
          </p:cNvSpPr>
          <p:nvPr userDrawn="1"/>
        </p:nvSpPr>
        <p:spPr>
          <a:xfrm>
            <a:off x="3475732" y="2918283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98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69" name="TextBox 4768">
            <a:extLst>
              <a:ext uri="{FF2B5EF4-FFF2-40B4-BE49-F238E27FC236}">
                <a16:creationId xmlns:a16="http://schemas.microsoft.com/office/drawing/2014/main" id="{5A5960FA-9E32-3F7D-FD8C-3A03BEC23202}"/>
              </a:ext>
            </a:extLst>
          </p:cNvPr>
          <p:cNvSpPr txBox="1">
            <a:spLocks/>
          </p:cNvSpPr>
          <p:nvPr userDrawn="1"/>
        </p:nvSpPr>
        <p:spPr>
          <a:xfrm>
            <a:off x="3924946" y="2626192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ABP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70" name="TextBox 4769">
            <a:extLst>
              <a:ext uri="{FF2B5EF4-FFF2-40B4-BE49-F238E27FC236}">
                <a16:creationId xmlns:a16="http://schemas.microsoft.com/office/drawing/2014/main" id="{3808227C-B762-720D-D821-ADD50CDB3C67}"/>
              </a:ext>
            </a:extLst>
          </p:cNvPr>
          <p:cNvSpPr txBox="1">
            <a:spLocks/>
          </p:cNvSpPr>
          <p:nvPr userDrawn="1"/>
        </p:nvSpPr>
        <p:spPr>
          <a:xfrm>
            <a:off x="3924946" y="2717400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72" name="TextBox 4771">
            <a:extLst>
              <a:ext uri="{FF2B5EF4-FFF2-40B4-BE49-F238E27FC236}">
                <a16:creationId xmlns:a16="http://schemas.microsoft.com/office/drawing/2014/main" id="{76B7937B-9C06-12CB-A1A8-E8B09B8600EB}"/>
              </a:ext>
            </a:extLst>
          </p:cNvPr>
          <p:cNvSpPr txBox="1">
            <a:spLocks/>
          </p:cNvSpPr>
          <p:nvPr userDrawn="1"/>
        </p:nvSpPr>
        <p:spPr>
          <a:xfrm>
            <a:off x="3924945" y="2937486"/>
            <a:ext cx="265946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ART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73" name="TextBox 4772">
            <a:extLst>
              <a:ext uri="{FF2B5EF4-FFF2-40B4-BE49-F238E27FC236}">
                <a16:creationId xmlns:a16="http://schemas.microsoft.com/office/drawing/2014/main" id="{175AB3CA-EF25-D4F9-1EFB-8EA18F8EBA15}"/>
              </a:ext>
            </a:extLst>
          </p:cNvPr>
          <p:cNvSpPr txBox="1">
            <a:spLocks/>
          </p:cNvSpPr>
          <p:nvPr userDrawn="1"/>
        </p:nvSpPr>
        <p:spPr>
          <a:xfrm>
            <a:off x="3924945" y="3028693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75" name="TextBox 4774">
            <a:extLst>
              <a:ext uri="{FF2B5EF4-FFF2-40B4-BE49-F238E27FC236}">
                <a16:creationId xmlns:a16="http://schemas.microsoft.com/office/drawing/2014/main" id="{5EB94B84-07B3-B034-1468-CC4B0EDABE1E}"/>
              </a:ext>
            </a:extLst>
          </p:cNvPr>
          <p:cNvSpPr txBox="1">
            <a:spLocks/>
          </p:cNvSpPr>
          <p:nvPr userDrawn="1"/>
        </p:nvSpPr>
        <p:spPr>
          <a:xfrm>
            <a:off x="4093839" y="2948550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76" name="TextBox 4775">
            <a:extLst>
              <a:ext uri="{FF2B5EF4-FFF2-40B4-BE49-F238E27FC236}">
                <a16:creationId xmlns:a16="http://schemas.microsoft.com/office/drawing/2014/main" id="{A327FE1C-A19A-B339-138D-B84861166504}"/>
              </a:ext>
            </a:extLst>
          </p:cNvPr>
          <p:cNvSpPr txBox="1">
            <a:spLocks/>
          </p:cNvSpPr>
          <p:nvPr userDrawn="1"/>
        </p:nvSpPr>
        <p:spPr>
          <a:xfrm>
            <a:off x="4125080" y="3115846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4777" name="그림 4776">
            <a:extLst>
              <a:ext uri="{FF2B5EF4-FFF2-40B4-BE49-F238E27FC236}">
                <a16:creationId xmlns:a16="http://schemas.microsoft.com/office/drawing/2014/main" id="{799FD57F-8478-009B-7286-EA5A3E1E6F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22741" y="2685066"/>
            <a:ext cx="673479" cy="171703"/>
          </a:xfrm>
          <a:prstGeom prst="rect">
            <a:avLst/>
          </a:prstGeom>
          <a:noFill/>
        </p:spPr>
      </p:pic>
      <p:pic>
        <p:nvPicPr>
          <p:cNvPr id="4778" name="그림 4777">
            <a:extLst>
              <a:ext uri="{FF2B5EF4-FFF2-40B4-BE49-F238E27FC236}">
                <a16:creationId xmlns:a16="http://schemas.microsoft.com/office/drawing/2014/main" id="{32E7E13B-CE22-A730-CF0F-17E6330B20B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96221" y="2685066"/>
            <a:ext cx="673479" cy="171703"/>
          </a:xfrm>
          <a:prstGeom prst="rect">
            <a:avLst/>
          </a:prstGeom>
          <a:noFill/>
        </p:spPr>
      </p:pic>
      <p:pic>
        <p:nvPicPr>
          <p:cNvPr id="4779" name="그림 4778">
            <a:extLst>
              <a:ext uri="{FF2B5EF4-FFF2-40B4-BE49-F238E27FC236}">
                <a16:creationId xmlns:a16="http://schemas.microsoft.com/office/drawing/2014/main" id="{CD7C51DE-BF3E-BF49-2B2C-83B7F7FB0ED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68589" y="2685066"/>
            <a:ext cx="673479" cy="171703"/>
          </a:xfrm>
          <a:prstGeom prst="rect">
            <a:avLst/>
          </a:prstGeom>
          <a:noFill/>
        </p:spPr>
      </p:pic>
      <p:pic>
        <p:nvPicPr>
          <p:cNvPr id="4780" name="그림 4779">
            <a:extLst>
              <a:ext uri="{FF2B5EF4-FFF2-40B4-BE49-F238E27FC236}">
                <a16:creationId xmlns:a16="http://schemas.microsoft.com/office/drawing/2014/main" id="{4049367F-2FD2-CAFB-9D14-97FCABA8835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43916" r="22170"/>
          <a:stretch/>
        </p:blipFill>
        <p:spPr>
          <a:xfrm>
            <a:off x="94365" y="2685066"/>
            <a:ext cx="228401" cy="171703"/>
          </a:xfrm>
          <a:prstGeom prst="rect">
            <a:avLst/>
          </a:prstGeom>
          <a:noFill/>
        </p:spPr>
      </p:pic>
      <p:pic>
        <p:nvPicPr>
          <p:cNvPr id="4781" name="그림 4780">
            <a:extLst>
              <a:ext uri="{FF2B5EF4-FFF2-40B4-BE49-F238E27FC236}">
                <a16:creationId xmlns:a16="http://schemas.microsoft.com/office/drawing/2014/main" id="{09C7DAF2-AAB9-A76C-A448-8EFF783A11B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2170"/>
          <a:stretch/>
        </p:blipFill>
        <p:spPr>
          <a:xfrm>
            <a:off x="2340081" y="2685066"/>
            <a:ext cx="524168" cy="171703"/>
          </a:xfrm>
          <a:prstGeom prst="rect">
            <a:avLst/>
          </a:prstGeom>
          <a:noFill/>
        </p:spPr>
      </p:pic>
      <p:sp>
        <p:nvSpPr>
          <p:cNvPr id="4782" name="직사각형 4781">
            <a:extLst>
              <a:ext uri="{FF2B5EF4-FFF2-40B4-BE49-F238E27FC236}">
                <a16:creationId xmlns:a16="http://schemas.microsoft.com/office/drawing/2014/main" id="{BD6FE679-D84F-D389-014D-1DA56F16D56A}"/>
              </a:ext>
            </a:extLst>
          </p:cNvPr>
          <p:cNvSpPr/>
          <p:nvPr userDrawn="1"/>
        </p:nvSpPr>
        <p:spPr>
          <a:xfrm>
            <a:off x="96636" y="2726359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83" name="TextBox 4782">
            <a:extLst>
              <a:ext uri="{FF2B5EF4-FFF2-40B4-BE49-F238E27FC236}">
                <a16:creationId xmlns:a16="http://schemas.microsoft.com/office/drawing/2014/main" id="{BF4496CE-54C5-53F9-1616-94CD10E11A59}"/>
              </a:ext>
            </a:extLst>
          </p:cNvPr>
          <p:cNvSpPr txBox="1"/>
          <p:nvPr userDrawn="1"/>
        </p:nvSpPr>
        <p:spPr>
          <a:xfrm>
            <a:off x="94277" y="2862115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1mV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784" name="직사각형 4783">
            <a:extLst>
              <a:ext uri="{FF2B5EF4-FFF2-40B4-BE49-F238E27FC236}">
                <a16:creationId xmlns:a16="http://schemas.microsoft.com/office/drawing/2014/main" id="{798C54AD-F633-7412-F556-2457751D562C}"/>
              </a:ext>
            </a:extLst>
          </p:cNvPr>
          <p:cNvSpPr>
            <a:spLocks/>
          </p:cNvSpPr>
          <p:nvPr userDrawn="1"/>
        </p:nvSpPr>
        <p:spPr>
          <a:xfrm>
            <a:off x="2869177" y="2612483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85" name="직사각형 4784">
            <a:extLst>
              <a:ext uri="{FF2B5EF4-FFF2-40B4-BE49-F238E27FC236}">
                <a16:creationId xmlns:a16="http://schemas.microsoft.com/office/drawing/2014/main" id="{4422AD4C-488F-0AC4-D51F-2B3B8F7892A3}"/>
              </a:ext>
            </a:extLst>
          </p:cNvPr>
          <p:cNvSpPr>
            <a:spLocks/>
          </p:cNvSpPr>
          <p:nvPr userDrawn="1"/>
        </p:nvSpPr>
        <p:spPr>
          <a:xfrm>
            <a:off x="3878807" y="2612483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86" name="직사각형 4785">
            <a:extLst>
              <a:ext uri="{FF2B5EF4-FFF2-40B4-BE49-F238E27FC236}">
                <a16:creationId xmlns:a16="http://schemas.microsoft.com/office/drawing/2014/main" id="{C500EC6B-16DA-774C-B867-7127F904261F}"/>
              </a:ext>
            </a:extLst>
          </p:cNvPr>
          <p:cNvSpPr>
            <a:spLocks/>
          </p:cNvSpPr>
          <p:nvPr userDrawn="1"/>
        </p:nvSpPr>
        <p:spPr>
          <a:xfrm>
            <a:off x="2869177" y="2933166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87" name="직사각형 4786">
            <a:extLst>
              <a:ext uri="{FF2B5EF4-FFF2-40B4-BE49-F238E27FC236}">
                <a16:creationId xmlns:a16="http://schemas.microsoft.com/office/drawing/2014/main" id="{2BC02C51-4424-5F44-E158-79857DCC271A}"/>
              </a:ext>
            </a:extLst>
          </p:cNvPr>
          <p:cNvSpPr>
            <a:spLocks/>
          </p:cNvSpPr>
          <p:nvPr userDrawn="1"/>
        </p:nvSpPr>
        <p:spPr>
          <a:xfrm>
            <a:off x="3878807" y="2933166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88" name="TextBox 4787">
            <a:extLst>
              <a:ext uri="{FF2B5EF4-FFF2-40B4-BE49-F238E27FC236}">
                <a16:creationId xmlns:a16="http://schemas.microsoft.com/office/drawing/2014/main" id="{849C3C73-83B4-F463-FF46-5B94D9CFA9ED}"/>
              </a:ext>
            </a:extLst>
          </p:cNvPr>
          <p:cNvSpPr txBox="1">
            <a:spLocks/>
          </p:cNvSpPr>
          <p:nvPr userDrawn="1"/>
        </p:nvSpPr>
        <p:spPr>
          <a:xfrm>
            <a:off x="2912323" y="3266470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89" name="TextBox 4788">
            <a:extLst>
              <a:ext uri="{FF2B5EF4-FFF2-40B4-BE49-F238E27FC236}">
                <a16:creationId xmlns:a16="http://schemas.microsoft.com/office/drawing/2014/main" id="{1876754E-541B-29C5-F617-0C8509C7F91C}"/>
              </a:ext>
            </a:extLst>
          </p:cNvPr>
          <p:cNvSpPr txBox="1">
            <a:spLocks/>
          </p:cNvSpPr>
          <p:nvPr userDrawn="1"/>
        </p:nvSpPr>
        <p:spPr>
          <a:xfrm>
            <a:off x="2912323" y="3357678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90" name="TextBox 4789">
            <a:extLst>
              <a:ext uri="{FF2B5EF4-FFF2-40B4-BE49-F238E27FC236}">
                <a16:creationId xmlns:a16="http://schemas.microsoft.com/office/drawing/2014/main" id="{93CD1030-FF24-E794-F7D0-E7FA030687D5}"/>
              </a:ext>
            </a:extLst>
          </p:cNvPr>
          <p:cNvSpPr txBox="1">
            <a:spLocks/>
          </p:cNvSpPr>
          <p:nvPr userDrawn="1"/>
        </p:nvSpPr>
        <p:spPr>
          <a:xfrm>
            <a:off x="2912322" y="3446736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40/8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91" name="TextBox 4790">
            <a:extLst>
              <a:ext uri="{FF2B5EF4-FFF2-40B4-BE49-F238E27FC236}">
                <a16:creationId xmlns:a16="http://schemas.microsoft.com/office/drawing/2014/main" id="{2587E7C8-AB61-FEDC-CCE4-729077FEF5A8}"/>
              </a:ext>
            </a:extLst>
          </p:cNvPr>
          <p:cNvSpPr txBox="1">
            <a:spLocks/>
          </p:cNvSpPr>
          <p:nvPr userDrawn="1"/>
        </p:nvSpPr>
        <p:spPr>
          <a:xfrm>
            <a:off x="3475732" y="3247268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92" name="TextBox 4791">
            <a:extLst>
              <a:ext uri="{FF2B5EF4-FFF2-40B4-BE49-F238E27FC236}">
                <a16:creationId xmlns:a16="http://schemas.microsoft.com/office/drawing/2014/main" id="{15C26F54-64F7-4E1A-2172-01E948513550}"/>
              </a:ext>
            </a:extLst>
          </p:cNvPr>
          <p:cNvSpPr txBox="1">
            <a:spLocks/>
          </p:cNvSpPr>
          <p:nvPr userDrawn="1"/>
        </p:nvSpPr>
        <p:spPr>
          <a:xfrm>
            <a:off x="2912322" y="3575351"/>
            <a:ext cx="294427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EtCO2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93" name="TextBox 4792">
            <a:extLst>
              <a:ext uri="{FF2B5EF4-FFF2-40B4-BE49-F238E27FC236}">
                <a16:creationId xmlns:a16="http://schemas.microsoft.com/office/drawing/2014/main" id="{4761A2A5-0C45-97D1-0AC2-E137B001EC7B}"/>
              </a:ext>
            </a:extLst>
          </p:cNvPr>
          <p:cNvSpPr txBox="1">
            <a:spLocks/>
          </p:cNvSpPr>
          <p:nvPr userDrawn="1"/>
        </p:nvSpPr>
        <p:spPr>
          <a:xfrm>
            <a:off x="2912323" y="3666558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94" name="TextBox 4793">
            <a:extLst>
              <a:ext uri="{FF2B5EF4-FFF2-40B4-BE49-F238E27FC236}">
                <a16:creationId xmlns:a16="http://schemas.microsoft.com/office/drawing/2014/main" id="{3C96E5A8-FFED-AE18-965B-7E5E0EF71510}"/>
              </a:ext>
            </a:extLst>
          </p:cNvPr>
          <p:cNvSpPr txBox="1">
            <a:spLocks/>
          </p:cNvSpPr>
          <p:nvPr userDrawn="1"/>
        </p:nvSpPr>
        <p:spPr>
          <a:xfrm>
            <a:off x="2912322" y="3755617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80/0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95" name="TextBox 4794">
            <a:extLst>
              <a:ext uri="{FF2B5EF4-FFF2-40B4-BE49-F238E27FC236}">
                <a16:creationId xmlns:a16="http://schemas.microsoft.com/office/drawing/2014/main" id="{7BAF4DD5-ABDB-25B9-6D10-35FF7620B566}"/>
              </a:ext>
            </a:extLst>
          </p:cNvPr>
          <p:cNvSpPr txBox="1">
            <a:spLocks/>
          </p:cNvSpPr>
          <p:nvPr userDrawn="1"/>
        </p:nvSpPr>
        <p:spPr>
          <a:xfrm>
            <a:off x="3475732" y="3556148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33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96" name="TextBox 4795">
            <a:extLst>
              <a:ext uri="{FF2B5EF4-FFF2-40B4-BE49-F238E27FC236}">
                <a16:creationId xmlns:a16="http://schemas.microsoft.com/office/drawing/2014/main" id="{0089E795-6707-B16C-4123-0232A5B18A73}"/>
              </a:ext>
            </a:extLst>
          </p:cNvPr>
          <p:cNvSpPr txBox="1">
            <a:spLocks/>
          </p:cNvSpPr>
          <p:nvPr userDrawn="1"/>
        </p:nvSpPr>
        <p:spPr>
          <a:xfrm>
            <a:off x="3924946" y="3266470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Temp1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97" name="TextBox 4796">
            <a:extLst>
              <a:ext uri="{FF2B5EF4-FFF2-40B4-BE49-F238E27FC236}">
                <a16:creationId xmlns:a16="http://schemas.microsoft.com/office/drawing/2014/main" id="{FBE9F7A6-0190-78E6-563E-DA34114220E5}"/>
              </a:ext>
            </a:extLst>
          </p:cNvPr>
          <p:cNvSpPr txBox="1">
            <a:spLocks/>
          </p:cNvSpPr>
          <p:nvPr userDrawn="1"/>
        </p:nvSpPr>
        <p:spPr>
          <a:xfrm>
            <a:off x="3924946" y="3357678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℃</a:t>
            </a:r>
          </a:p>
        </p:txBody>
      </p:sp>
      <p:sp>
        <p:nvSpPr>
          <p:cNvPr id="4798" name="TextBox 4797">
            <a:extLst>
              <a:ext uri="{FF2B5EF4-FFF2-40B4-BE49-F238E27FC236}">
                <a16:creationId xmlns:a16="http://schemas.microsoft.com/office/drawing/2014/main" id="{E4CEB45A-F6DF-C3FE-C76F-35C186998BC8}"/>
              </a:ext>
            </a:extLst>
          </p:cNvPr>
          <p:cNvSpPr txBox="1">
            <a:spLocks/>
          </p:cNvSpPr>
          <p:nvPr userDrawn="1"/>
        </p:nvSpPr>
        <p:spPr>
          <a:xfrm>
            <a:off x="3924945" y="3446736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41.0/34.0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99" name="TextBox 4798">
            <a:extLst>
              <a:ext uri="{FF2B5EF4-FFF2-40B4-BE49-F238E27FC236}">
                <a16:creationId xmlns:a16="http://schemas.microsoft.com/office/drawing/2014/main" id="{DD2E621F-0F9C-1A18-815B-2BD6A835C36B}"/>
              </a:ext>
            </a:extLst>
          </p:cNvPr>
          <p:cNvSpPr txBox="1">
            <a:spLocks/>
          </p:cNvSpPr>
          <p:nvPr userDrawn="1"/>
        </p:nvSpPr>
        <p:spPr>
          <a:xfrm>
            <a:off x="4210050" y="3247268"/>
            <a:ext cx="659855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36.5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00" name="TextBox 4799">
            <a:extLst>
              <a:ext uri="{FF2B5EF4-FFF2-40B4-BE49-F238E27FC236}">
                <a16:creationId xmlns:a16="http://schemas.microsoft.com/office/drawing/2014/main" id="{523AFD24-6D07-14C3-0B06-CFEF32B3CADA}"/>
              </a:ext>
            </a:extLst>
          </p:cNvPr>
          <p:cNvSpPr txBox="1">
            <a:spLocks/>
          </p:cNvSpPr>
          <p:nvPr userDrawn="1"/>
        </p:nvSpPr>
        <p:spPr>
          <a:xfrm>
            <a:off x="3924945" y="3575351"/>
            <a:ext cx="47074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GAS(Ex/In)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01" name="TextBox 4800">
            <a:extLst>
              <a:ext uri="{FF2B5EF4-FFF2-40B4-BE49-F238E27FC236}">
                <a16:creationId xmlns:a16="http://schemas.microsoft.com/office/drawing/2014/main" id="{E191BC89-7D84-42EB-0B7F-D6D5F2213958}"/>
              </a:ext>
            </a:extLst>
          </p:cNvPr>
          <p:cNvSpPr txBox="1">
            <a:spLocks/>
          </p:cNvSpPr>
          <p:nvPr userDrawn="1"/>
        </p:nvSpPr>
        <p:spPr>
          <a:xfrm>
            <a:off x="3924945" y="3666558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02" name="직사각형 4801">
            <a:extLst>
              <a:ext uri="{FF2B5EF4-FFF2-40B4-BE49-F238E27FC236}">
                <a16:creationId xmlns:a16="http://schemas.microsoft.com/office/drawing/2014/main" id="{3BDA6394-02A3-16FF-54FD-072D2B900DD5}"/>
              </a:ext>
            </a:extLst>
          </p:cNvPr>
          <p:cNvSpPr>
            <a:spLocks/>
          </p:cNvSpPr>
          <p:nvPr userDrawn="1"/>
        </p:nvSpPr>
        <p:spPr>
          <a:xfrm>
            <a:off x="2869177" y="3252762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03" name="직사각형 4802">
            <a:extLst>
              <a:ext uri="{FF2B5EF4-FFF2-40B4-BE49-F238E27FC236}">
                <a16:creationId xmlns:a16="http://schemas.microsoft.com/office/drawing/2014/main" id="{B7AC393B-9BCA-780E-C869-A23D89BF38D7}"/>
              </a:ext>
            </a:extLst>
          </p:cNvPr>
          <p:cNvSpPr>
            <a:spLocks/>
          </p:cNvSpPr>
          <p:nvPr userDrawn="1"/>
        </p:nvSpPr>
        <p:spPr>
          <a:xfrm>
            <a:off x="3878807" y="3252762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04" name="직사각형 4803">
            <a:extLst>
              <a:ext uri="{FF2B5EF4-FFF2-40B4-BE49-F238E27FC236}">
                <a16:creationId xmlns:a16="http://schemas.microsoft.com/office/drawing/2014/main" id="{B517451A-9A3E-1736-4E05-A58563822B41}"/>
              </a:ext>
            </a:extLst>
          </p:cNvPr>
          <p:cNvSpPr>
            <a:spLocks/>
          </p:cNvSpPr>
          <p:nvPr userDrawn="1"/>
        </p:nvSpPr>
        <p:spPr>
          <a:xfrm>
            <a:off x="2869177" y="3571031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05" name="직사각형 4804">
            <a:extLst>
              <a:ext uri="{FF2B5EF4-FFF2-40B4-BE49-F238E27FC236}">
                <a16:creationId xmlns:a16="http://schemas.microsoft.com/office/drawing/2014/main" id="{ED165B43-A7A9-4E23-AAB2-360E1506FF31}"/>
              </a:ext>
            </a:extLst>
          </p:cNvPr>
          <p:cNvSpPr>
            <a:spLocks/>
          </p:cNvSpPr>
          <p:nvPr userDrawn="1"/>
        </p:nvSpPr>
        <p:spPr>
          <a:xfrm>
            <a:off x="3878807" y="3571031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06" name="TextBox 4805">
            <a:extLst>
              <a:ext uri="{FF2B5EF4-FFF2-40B4-BE49-F238E27FC236}">
                <a16:creationId xmlns:a16="http://schemas.microsoft.com/office/drawing/2014/main" id="{B3EECADA-41DB-1E8A-C87C-E448C1B8AD25}"/>
              </a:ext>
            </a:extLst>
          </p:cNvPr>
          <p:cNvSpPr txBox="1">
            <a:spLocks/>
          </p:cNvSpPr>
          <p:nvPr userDrawn="1"/>
        </p:nvSpPr>
        <p:spPr>
          <a:xfrm>
            <a:off x="4093839" y="2627918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07" name="TextBox 4806">
            <a:extLst>
              <a:ext uri="{FF2B5EF4-FFF2-40B4-BE49-F238E27FC236}">
                <a16:creationId xmlns:a16="http://schemas.microsoft.com/office/drawing/2014/main" id="{4041D7EF-D88E-2BBB-AF87-EAF5C2FBA581}"/>
              </a:ext>
            </a:extLst>
          </p:cNvPr>
          <p:cNvSpPr txBox="1">
            <a:spLocks/>
          </p:cNvSpPr>
          <p:nvPr userDrawn="1"/>
        </p:nvSpPr>
        <p:spPr>
          <a:xfrm>
            <a:off x="4125080" y="2795214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08" name="TextBox 4807">
            <a:extLst>
              <a:ext uri="{FF2B5EF4-FFF2-40B4-BE49-F238E27FC236}">
                <a16:creationId xmlns:a16="http://schemas.microsoft.com/office/drawing/2014/main" id="{1E78D299-44CB-C20D-0FFF-7CF2A58AE1B8}"/>
              </a:ext>
            </a:extLst>
          </p:cNvPr>
          <p:cNvSpPr txBox="1"/>
          <p:nvPr userDrawn="1"/>
        </p:nvSpPr>
        <p:spPr>
          <a:xfrm>
            <a:off x="95649" y="2975340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PLETH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809" name="그림 4808">
            <a:extLst>
              <a:ext uri="{FF2B5EF4-FFF2-40B4-BE49-F238E27FC236}">
                <a16:creationId xmlns:a16="http://schemas.microsoft.com/office/drawing/2014/main" id="{4ABA2896-1209-1976-ABA7-BE9EC99D293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653" y="3088038"/>
            <a:ext cx="2803479" cy="165551"/>
          </a:xfrm>
          <a:prstGeom prst="rect">
            <a:avLst/>
          </a:prstGeom>
        </p:spPr>
      </p:pic>
      <p:sp>
        <p:nvSpPr>
          <p:cNvPr id="4810" name="TextBox 4809">
            <a:extLst>
              <a:ext uri="{FF2B5EF4-FFF2-40B4-BE49-F238E27FC236}">
                <a16:creationId xmlns:a16="http://schemas.microsoft.com/office/drawing/2014/main" id="{524B9F41-2FDB-09CC-8589-F89DFFEB3134}"/>
              </a:ext>
            </a:extLst>
          </p:cNvPr>
          <p:cNvSpPr txBox="1">
            <a:spLocks/>
          </p:cNvSpPr>
          <p:nvPr userDrawn="1"/>
        </p:nvSpPr>
        <p:spPr>
          <a:xfrm>
            <a:off x="3924945" y="3769500"/>
            <a:ext cx="47374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N2O: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11" name="TextBox 4810">
            <a:extLst>
              <a:ext uri="{FF2B5EF4-FFF2-40B4-BE49-F238E27FC236}">
                <a16:creationId xmlns:a16="http://schemas.microsoft.com/office/drawing/2014/main" id="{A9201114-C55B-DB37-C8F1-55FA410C3DCF}"/>
              </a:ext>
            </a:extLst>
          </p:cNvPr>
          <p:cNvSpPr txBox="1">
            <a:spLocks/>
          </p:cNvSpPr>
          <p:nvPr userDrawn="1"/>
        </p:nvSpPr>
        <p:spPr>
          <a:xfrm>
            <a:off x="4459859" y="3679430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SEV: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12" name="TextBox 4811">
            <a:extLst>
              <a:ext uri="{FF2B5EF4-FFF2-40B4-BE49-F238E27FC236}">
                <a16:creationId xmlns:a16="http://schemas.microsoft.com/office/drawing/2014/main" id="{C03A602C-4C3C-0CAF-385E-23F47A0AA6EC}"/>
              </a:ext>
            </a:extLst>
          </p:cNvPr>
          <p:cNvSpPr txBox="1">
            <a:spLocks/>
          </p:cNvSpPr>
          <p:nvPr userDrawn="1"/>
        </p:nvSpPr>
        <p:spPr>
          <a:xfrm>
            <a:off x="4459859" y="3769500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DES: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13" name="TextBox 4812">
            <a:extLst>
              <a:ext uri="{FF2B5EF4-FFF2-40B4-BE49-F238E27FC236}">
                <a16:creationId xmlns:a16="http://schemas.microsoft.com/office/drawing/2014/main" id="{32E02C7D-2C3B-B336-21E4-D5432E9A1C69}"/>
              </a:ext>
            </a:extLst>
          </p:cNvPr>
          <p:cNvSpPr txBox="1">
            <a:spLocks/>
          </p:cNvSpPr>
          <p:nvPr userDrawn="1"/>
        </p:nvSpPr>
        <p:spPr>
          <a:xfrm>
            <a:off x="4459859" y="3597053"/>
            <a:ext cx="42955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15" name="TextBox 4814">
            <a:extLst>
              <a:ext uri="{FF2B5EF4-FFF2-40B4-BE49-F238E27FC236}">
                <a16:creationId xmlns:a16="http://schemas.microsoft.com/office/drawing/2014/main" id="{0D3D594F-D2D2-7F1B-898D-8C4F60ADB694}"/>
              </a:ext>
            </a:extLst>
          </p:cNvPr>
          <p:cNvSpPr txBox="1"/>
          <p:nvPr userDrawn="1"/>
        </p:nvSpPr>
        <p:spPr>
          <a:xfrm>
            <a:off x="95649" y="3281031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RESP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4816" name="그림 4815">
            <a:extLst>
              <a:ext uri="{FF2B5EF4-FFF2-40B4-BE49-F238E27FC236}">
                <a16:creationId xmlns:a16="http://schemas.microsoft.com/office/drawing/2014/main" id="{3389889B-0205-D183-0B92-DE930CC957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4653" y="3393731"/>
            <a:ext cx="1648849" cy="124293"/>
          </a:xfrm>
          <a:prstGeom prst="rect">
            <a:avLst/>
          </a:prstGeom>
        </p:spPr>
      </p:pic>
      <p:sp>
        <p:nvSpPr>
          <p:cNvPr id="4817" name="TextBox 4816">
            <a:extLst>
              <a:ext uri="{FF2B5EF4-FFF2-40B4-BE49-F238E27FC236}">
                <a16:creationId xmlns:a16="http://schemas.microsoft.com/office/drawing/2014/main" id="{B2CF329C-C73A-3ECD-775A-13B028E625C9}"/>
              </a:ext>
            </a:extLst>
          </p:cNvPr>
          <p:cNvSpPr txBox="1"/>
          <p:nvPr userDrawn="1"/>
        </p:nvSpPr>
        <p:spPr>
          <a:xfrm>
            <a:off x="95649" y="3586723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CAPNO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818" name="그림 4817">
            <a:extLst>
              <a:ext uri="{FF2B5EF4-FFF2-40B4-BE49-F238E27FC236}">
                <a16:creationId xmlns:a16="http://schemas.microsoft.com/office/drawing/2014/main" id="{71A30938-564C-A441-C084-FC6C3F341C9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grayscl/>
            <a:alphaModFix amt="70000"/>
          </a:blip>
          <a:srcRect/>
          <a:stretch/>
        </p:blipFill>
        <p:spPr>
          <a:xfrm>
            <a:off x="64653" y="3699421"/>
            <a:ext cx="2803480" cy="165551"/>
          </a:xfrm>
          <a:prstGeom prst="rect">
            <a:avLst/>
          </a:prstGeom>
        </p:spPr>
      </p:pic>
      <p:pic>
        <p:nvPicPr>
          <p:cNvPr id="4819" name="그림 4818">
            <a:extLst>
              <a:ext uri="{FF2B5EF4-FFF2-40B4-BE49-F238E27FC236}">
                <a16:creationId xmlns:a16="http://schemas.microsoft.com/office/drawing/2014/main" id="{C36F75A1-14C2-C5E5-001F-429CF5869AF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9973"/>
          <a:stretch/>
        </p:blipFill>
        <p:spPr>
          <a:xfrm>
            <a:off x="1713501" y="3393731"/>
            <a:ext cx="1154632" cy="124293"/>
          </a:xfrm>
          <a:prstGeom prst="rect">
            <a:avLst/>
          </a:prstGeom>
        </p:spPr>
      </p:pic>
      <p:sp>
        <p:nvSpPr>
          <p:cNvPr id="4820" name="직사각형 4819">
            <a:extLst>
              <a:ext uri="{FF2B5EF4-FFF2-40B4-BE49-F238E27FC236}">
                <a16:creationId xmlns:a16="http://schemas.microsoft.com/office/drawing/2014/main" id="{23BB8D48-19ED-A489-C6D6-DAED19C7C3A0}"/>
              </a:ext>
            </a:extLst>
          </p:cNvPr>
          <p:cNvSpPr/>
          <p:nvPr userDrawn="1"/>
        </p:nvSpPr>
        <p:spPr>
          <a:xfrm>
            <a:off x="96636" y="3388702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21" name="TextBox 4820">
            <a:extLst>
              <a:ext uri="{FF2B5EF4-FFF2-40B4-BE49-F238E27FC236}">
                <a16:creationId xmlns:a16="http://schemas.microsoft.com/office/drawing/2014/main" id="{E470FAED-C8FC-EFA5-AA88-322D7F9F2953}"/>
              </a:ext>
            </a:extLst>
          </p:cNvPr>
          <p:cNvSpPr txBox="1"/>
          <p:nvPr userDrawn="1"/>
        </p:nvSpPr>
        <p:spPr>
          <a:xfrm>
            <a:off x="94277" y="3512880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1Ω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690" name="사각형: 둥근 모서리 4689">
            <a:extLst>
              <a:ext uri="{FF2B5EF4-FFF2-40B4-BE49-F238E27FC236}">
                <a16:creationId xmlns:a16="http://schemas.microsoft.com/office/drawing/2014/main" id="{CF1624D3-9D89-6FE8-6793-B0FDC75111F5}"/>
              </a:ext>
            </a:extLst>
          </p:cNvPr>
          <p:cNvSpPr/>
          <p:nvPr userDrawn="1"/>
        </p:nvSpPr>
        <p:spPr>
          <a:xfrm>
            <a:off x="4889166" y="2428209"/>
            <a:ext cx="698958" cy="18119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691" name="TextBox 4690">
            <a:extLst>
              <a:ext uri="{FF2B5EF4-FFF2-40B4-BE49-F238E27FC236}">
                <a16:creationId xmlns:a16="http://schemas.microsoft.com/office/drawing/2014/main" id="{80317307-7B81-267D-43B1-182894F14F29}"/>
              </a:ext>
            </a:extLst>
          </p:cNvPr>
          <p:cNvSpPr txBox="1"/>
          <p:nvPr userDrawn="1"/>
        </p:nvSpPr>
        <p:spPr>
          <a:xfrm>
            <a:off x="4964085" y="2448621"/>
            <a:ext cx="549119" cy="140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BED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06</a:t>
            </a:r>
            <a:endParaRPr lang="ko-KR" altLang="en-US" sz="9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692" name="TextBox 4691">
            <a:extLst>
              <a:ext uri="{FF2B5EF4-FFF2-40B4-BE49-F238E27FC236}">
                <a16:creationId xmlns:a16="http://schemas.microsoft.com/office/drawing/2014/main" id="{CFA3DD23-1423-2542-4DDD-2FC8DB3D7DDF}"/>
              </a:ext>
            </a:extLst>
          </p:cNvPr>
          <p:cNvSpPr txBox="1"/>
          <p:nvPr userDrawn="1"/>
        </p:nvSpPr>
        <p:spPr>
          <a:xfrm>
            <a:off x="5773896" y="2464217"/>
            <a:ext cx="120263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Hong Gil Dong, 20461445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693" name="그래픽 4692" descr="벨소리 단색으로 채워진">
            <a:extLst>
              <a:ext uri="{FF2B5EF4-FFF2-40B4-BE49-F238E27FC236}">
                <a16:creationId xmlns:a16="http://schemas.microsoft.com/office/drawing/2014/main" id="{B0386DBD-1432-EE60-F8D0-F63BA0E3029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1476" y="2458901"/>
            <a:ext cx="118270" cy="119809"/>
          </a:xfrm>
          <a:prstGeom prst="rect">
            <a:avLst/>
          </a:prstGeom>
        </p:spPr>
      </p:pic>
      <p:sp>
        <p:nvSpPr>
          <p:cNvPr id="4694" name="TextBox 4693">
            <a:extLst>
              <a:ext uri="{FF2B5EF4-FFF2-40B4-BE49-F238E27FC236}">
                <a16:creationId xmlns:a16="http://schemas.microsoft.com/office/drawing/2014/main" id="{D7C53081-23D8-1A94-3A12-2CC080967681}"/>
              </a:ext>
            </a:extLst>
          </p:cNvPr>
          <p:cNvSpPr txBox="1">
            <a:spLocks/>
          </p:cNvSpPr>
          <p:nvPr userDrawn="1"/>
        </p:nvSpPr>
        <p:spPr>
          <a:xfrm>
            <a:off x="4920160" y="2619538"/>
            <a:ext cx="27052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LEAD Ⅱ 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695" name="TextBox 4694">
            <a:extLst>
              <a:ext uri="{FF2B5EF4-FFF2-40B4-BE49-F238E27FC236}">
                <a16:creationId xmlns:a16="http://schemas.microsoft.com/office/drawing/2014/main" id="{388A3741-B725-A113-702B-DCF3EC1A69F4}"/>
              </a:ext>
            </a:extLst>
          </p:cNvPr>
          <p:cNvSpPr txBox="1">
            <a:spLocks/>
          </p:cNvSpPr>
          <p:nvPr userDrawn="1"/>
        </p:nvSpPr>
        <p:spPr>
          <a:xfrm>
            <a:off x="7736834" y="2626192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696" name="TextBox 4695">
            <a:extLst>
              <a:ext uri="{FF2B5EF4-FFF2-40B4-BE49-F238E27FC236}">
                <a16:creationId xmlns:a16="http://schemas.microsoft.com/office/drawing/2014/main" id="{3BCEF7AE-139E-9F56-0553-A4B1D68F2134}"/>
              </a:ext>
            </a:extLst>
          </p:cNvPr>
          <p:cNvSpPr txBox="1">
            <a:spLocks/>
          </p:cNvSpPr>
          <p:nvPr userDrawn="1"/>
        </p:nvSpPr>
        <p:spPr>
          <a:xfrm>
            <a:off x="7736834" y="2717400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697" name="TextBox 4696">
            <a:extLst>
              <a:ext uri="{FF2B5EF4-FFF2-40B4-BE49-F238E27FC236}">
                <a16:creationId xmlns:a16="http://schemas.microsoft.com/office/drawing/2014/main" id="{08A4B287-BF5B-CA43-CF79-4354723D9135}"/>
              </a:ext>
            </a:extLst>
          </p:cNvPr>
          <p:cNvSpPr txBox="1">
            <a:spLocks/>
          </p:cNvSpPr>
          <p:nvPr userDrawn="1"/>
        </p:nvSpPr>
        <p:spPr>
          <a:xfrm>
            <a:off x="7736833" y="2806458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698" name="TextBox 4697">
            <a:extLst>
              <a:ext uri="{FF2B5EF4-FFF2-40B4-BE49-F238E27FC236}">
                <a16:creationId xmlns:a16="http://schemas.microsoft.com/office/drawing/2014/main" id="{4F484C1B-BF86-6101-7116-7C06AB414411}"/>
              </a:ext>
            </a:extLst>
          </p:cNvPr>
          <p:cNvSpPr txBox="1">
            <a:spLocks/>
          </p:cNvSpPr>
          <p:nvPr userDrawn="1"/>
        </p:nvSpPr>
        <p:spPr>
          <a:xfrm>
            <a:off x="8300243" y="2609403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60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699" name="TextBox 4698">
            <a:extLst>
              <a:ext uri="{FF2B5EF4-FFF2-40B4-BE49-F238E27FC236}">
                <a16:creationId xmlns:a16="http://schemas.microsoft.com/office/drawing/2014/main" id="{CF29F8C9-2DFD-3D0F-F0EF-3C300D902D02}"/>
              </a:ext>
            </a:extLst>
          </p:cNvPr>
          <p:cNvSpPr txBox="1">
            <a:spLocks/>
          </p:cNvSpPr>
          <p:nvPr userDrawn="1"/>
        </p:nvSpPr>
        <p:spPr>
          <a:xfrm>
            <a:off x="7736834" y="2937486"/>
            <a:ext cx="25235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SpO2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00" name="TextBox 4699">
            <a:extLst>
              <a:ext uri="{FF2B5EF4-FFF2-40B4-BE49-F238E27FC236}">
                <a16:creationId xmlns:a16="http://schemas.microsoft.com/office/drawing/2014/main" id="{58313E6D-A110-9DB0-BE58-9952B7D87628}"/>
              </a:ext>
            </a:extLst>
          </p:cNvPr>
          <p:cNvSpPr txBox="1">
            <a:spLocks/>
          </p:cNvSpPr>
          <p:nvPr userDrawn="1"/>
        </p:nvSpPr>
        <p:spPr>
          <a:xfrm>
            <a:off x="7736834" y="3028693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01" name="TextBox 4700">
            <a:extLst>
              <a:ext uri="{FF2B5EF4-FFF2-40B4-BE49-F238E27FC236}">
                <a16:creationId xmlns:a16="http://schemas.microsoft.com/office/drawing/2014/main" id="{2874A4E2-40D8-9061-AFA8-58C664DD755C}"/>
              </a:ext>
            </a:extLst>
          </p:cNvPr>
          <p:cNvSpPr txBox="1">
            <a:spLocks/>
          </p:cNvSpPr>
          <p:nvPr userDrawn="1"/>
        </p:nvSpPr>
        <p:spPr>
          <a:xfrm>
            <a:off x="7736833" y="3117752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100/50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02" name="TextBox 4701">
            <a:extLst>
              <a:ext uri="{FF2B5EF4-FFF2-40B4-BE49-F238E27FC236}">
                <a16:creationId xmlns:a16="http://schemas.microsoft.com/office/drawing/2014/main" id="{C2E659FA-F535-DCBD-0988-C3A72F7B30A7}"/>
              </a:ext>
            </a:extLst>
          </p:cNvPr>
          <p:cNvSpPr txBox="1">
            <a:spLocks/>
          </p:cNvSpPr>
          <p:nvPr userDrawn="1"/>
        </p:nvSpPr>
        <p:spPr>
          <a:xfrm>
            <a:off x="8300243" y="2918283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98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03" name="TextBox 4702">
            <a:extLst>
              <a:ext uri="{FF2B5EF4-FFF2-40B4-BE49-F238E27FC236}">
                <a16:creationId xmlns:a16="http://schemas.microsoft.com/office/drawing/2014/main" id="{3C253BE9-E65C-BCDC-4040-E712133EDFAF}"/>
              </a:ext>
            </a:extLst>
          </p:cNvPr>
          <p:cNvSpPr txBox="1">
            <a:spLocks/>
          </p:cNvSpPr>
          <p:nvPr userDrawn="1"/>
        </p:nvSpPr>
        <p:spPr>
          <a:xfrm>
            <a:off x="8749457" y="2626192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ABP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04" name="TextBox 4703">
            <a:extLst>
              <a:ext uri="{FF2B5EF4-FFF2-40B4-BE49-F238E27FC236}">
                <a16:creationId xmlns:a16="http://schemas.microsoft.com/office/drawing/2014/main" id="{6F02C832-928F-8B45-CC8B-D1800F44E662}"/>
              </a:ext>
            </a:extLst>
          </p:cNvPr>
          <p:cNvSpPr txBox="1">
            <a:spLocks/>
          </p:cNvSpPr>
          <p:nvPr userDrawn="1"/>
        </p:nvSpPr>
        <p:spPr>
          <a:xfrm>
            <a:off x="8749457" y="2717400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06" name="TextBox 4705">
            <a:extLst>
              <a:ext uri="{FF2B5EF4-FFF2-40B4-BE49-F238E27FC236}">
                <a16:creationId xmlns:a16="http://schemas.microsoft.com/office/drawing/2014/main" id="{2672D1E4-3627-0387-6ED3-B85E526D5099}"/>
              </a:ext>
            </a:extLst>
          </p:cNvPr>
          <p:cNvSpPr txBox="1">
            <a:spLocks/>
          </p:cNvSpPr>
          <p:nvPr userDrawn="1"/>
        </p:nvSpPr>
        <p:spPr>
          <a:xfrm>
            <a:off x="8749456" y="2937486"/>
            <a:ext cx="265946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ART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07" name="TextBox 4706">
            <a:extLst>
              <a:ext uri="{FF2B5EF4-FFF2-40B4-BE49-F238E27FC236}">
                <a16:creationId xmlns:a16="http://schemas.microsoft.com/office/drawing/2014/main" id="{EC09E1A1-9D49-C924-D196-271FA9119A77}"/>
              </a:ext>
            </a:extLst>
          </p:cNvPr>
          <p:cNvSpPr txBox="1">
            <a:spLocks/>
          </p:cNvSpPr>
          <p:nvPr userDrawn="1"/>
        </p:nvSpPr>
        <p:spPr>
          <a:xfrm>
            <a:off x="8749456" y="3028693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09" name="TextBox 4708">
            <a:extLst>
              <a:ext uri="{FF2B5EF4-FFF2-40B4-BE49-F238E27FC236}">
                <a16:creationId xmlns:a16="http://schemas.microsoft.com/office/drawing/2014/main" id="{047770A6-3EB8-EC76-E207-B2BA89BF1B64}"/>
              </a:ext>
            </a:extLst>
          </p:cNvPr>
          <p:cNvSpPr txBox="1">
            <a:spLocks/>
          </p:cNvSpPr>
          <p:nvPr userDrawn="1"/>
        </p:nvSpPr>
        <p:spPr>
          <a:xfrm>
            <a:off x="8918350" y="2948550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10" name="TextBox 4709">
            <a:extLst>
              <a:ext uri="{FF2B5EF4-FFF2-40B4-BE49-F238E27FC236}">
                <a16:creationId xmlns:a16="http://schemas.microsoft.com/office/drawing/2014/main" id="{22E0ACA6-5A4C-04F2-CBEA-1755269FFF9B}"/>
              </a:ext>
            </a:extLst>
          </p:cNvPr>
          <p:cNvSpPr txBox="1">
            <a:spLocks/>
          </p:cNvSpPr>
          <p:nvPr userDrawn="1"/>
        </p:nvSpPr>
        <p:spPr>
          <a:xfrm>
            <a:off x="8949591" y="3115846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4711" name="그림 4710">
            <a:extLst>
              <a:ext uri="{FF2B5EF4-FFF2-40B4-BE49-F238E27FC236}">
                <a16:creationId xmlns:a16="http://schemas.microsoft.com/office/drawing/2014/main" id="{193B0B3F-F9C6-7F41-060A-C82B30B3CD3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47252" y="2685066"/>
            <a:ext cx="673479" cy="171703"/>
          </a:xfrm>
          <a:prstGeom prst="rect">
            <a:avLst/>
          </a:prstGeom>
          <a:noFill/>
        </p:spPr>
      </p:pic>
      <p:pic>
        <p:nvPicPr>
          <p:cNvPr id="4712" name="그림 4711">
            <a:extLst>
              <a:ext uri="{FF2B5EF4-FFF2-40B4-BE49-F238E27FC236}">
                <a16:creationId xmlns:a16="http://schemas.microsoft.com/office/drawing/2014/main" id="{15838F01-CEB3-2721-61C2-69985AFF2FE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820732" y="2685066"/>
            <a:ext cx="673479" cy="171703"/>
          </a:xfrm>
          <a:prstGeom prst="rect">
            <a:avLst/>
          </a:prstGeom>
          <a:noFill/>
        </p:spPr>
      </p:pic>
      <p:pic>
        <p:nvPicPr>
          <p:cNvPr id="4713" name="그림 4712">
            <a:extLst>
              <a:ext uri="{FF2B5EF4-FFF2-40B4-BE49-F238E27FC236}">
                <a16:creationId xmlns:a16="http://schemas.microsoft.com/office/drawing/2014/main" id="{012BAEA1-99B8-9F82-0542-5E990E60E6C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3100" y="2685066"/>
            <a:ext cx="673479" cy="171703"/>
          </a:xfrm>
          <a:prstGeom prst="rect">
            <a:avLst/>
          </a:prstGeom>
          <a:noFill/>
        </p:spPr>
      </p:pic>
      <p:pic>
        <p:nvPicPr>
          <p:cNvPr id="4714" name="그림 4713">
            <a:extLst>
              <a:ext uri="{FF2B5EF4-FFF2-40B4-BE49-F238E27FC236}">
                <a16:creationId xmlns:a16="http://schemas.microsoft.com/office/drawing/2014/main" id="{FF1D1147-A33E-F93B-CEBE-E0AC29A88F1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43916" r="22170"/>
          <a:stretch/>
        </p:blipFill>
        <p:spPr>
          <a:xfrm>
            <a:off x="4918876" y="2685066"/>
            <a:ext cx="228401" cy="171703"/>
          </a:xfrm>
          <a:prstGeom prst="rect">
            <a:avLst/>
          </a:prstGeom>
          <a:noFill/>
        </p:spPr>
      </p:pic>
      <p:pic>
        <p:nvPicPr>
          <p:cNvPr id="4715" name="그림 4714">
            <a:extLst>
              <a:ext uri="{FF2B5EF4-FFF2-40B4-BE49-F238E27FC236}">
                <a16:creationId xmlns:a16="http://schemas.microsoft.com/office/drawing/2014/main" id="{CD5B95DD-A5D9-0367-90B6-964CAC0C1D4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2170"/>
          <a:stretch/>
        </p:blipFill>
        <p:spPr>
          <a:xfrm>
            <a:off x="7164592" y="2685066"/>
            <a:ext cx="524168" cy="171703"/>
          </a:xfrm>
          <a:prstGeom prst="rect">
            <a:avLst/>
          </a:prstGeom>
          <a:noFill/>
        </p:spPr>
      </p:pic>
      <p:sp>
        <p:nvSpPr>
          <p:cNvPr id="4716" name="직사각형 4715">
            <a:extLst>
              <a:ext uri="{FF2B5EF4-FFF2-40B4-BE49-F238E27FC236}">
                <a16:creationId xmlns:a16="http://schemas.microsoft.com/office/drawing/2014/main" id="{6E9BF5CE-C215-B8C3-240B-EF02C85F14A1}"/>
              </a:ext>
            </a:extLst>
          </p:cNvPr>
          <p:cNvSpPr/>
          <p:nvPr userDrawn="1"/>
        </p:nvSpPr>
        <p:spPr>
          <a:xfrm>
            <a:off x="4921147" y="2726359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17" name="TextBox 4716">
            <a:extLst>
              <a:ext uri="{FF2B5EF4-FFF2-40B4-BE49-F238E27FC236}">
                <a16:creationId xmlns:a16="http://schemas.microsoft.com/office/drawing/2014/main" id="{BFB2309B-E7ED-4CF3-3B35-9D45C890E77C}"/>
              </a:ext>
            </a:extLst>
          </p:cNvPr>
          <p:cNvSpPr txBox="1"/>
          <p:nvPr userDrawn="1"/>
        </p:nvSpPr>
        <p:spPr>
          <a:xfrm>
            <a:off x="4918788" y="2862115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1mV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718" name="직사각형 4717">
            <a:extLst>
              <a:ext uri="{FF2B5EF4-FFF2-40B4-BE49-F238E27FC236}">
                <a16:creationId xmlns:a16="http://schemas.microsoft.com/office/drawing/2014/main" id="{BD62BAD7-7230-E1FC-8F3B-6BB167CD2659}"/>
              </a:ext>
            </a:extLst>
          </p:cNvPr>
          <p:cNvSpPr>
            <a:spLocks/>
          </p:cNvSpPr>
          <p:nvPr userDrawn="1"/>
        </p:nvSpPr>
        <p:spPr>
          <a:xfrm>
            <a:off x="7693688" y="2612483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19" name="직사각형 4718">
            <a:extLst>
              <a:ext uri="{FF2B5EF4-FFF2-40B4-BE49-F238E27FC236}">
                <a16:creationId xmlns:a16="http://schemas.microsoft.com/office/drawing/2014/main" id="{ADD4343C-6192-63F8-B31A-23F90CBC2AA3}"/>
              </a:ext>
            </a:extLst>
          </p:cNvPr>
          <p:cNvSpPr>
            <a:spLocks/>
          </p:cNvSpPr>
          <p:nvPr userDrawn="1"/>
        </p:nvSpPr>
        <p:spPr>
          <a:xfrm>
            <a:off x="8703318" y="2612483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20" name="직사각형 4719">
            <a:extLst>
              <a:ext uri="{FF2B5EF4-FFF2-40B4-BE49-F238E27FC236}">
                <a16:creationId xmlns:a16="http://schemas.microsoft.com/office/drawing/2014/main" id="{FBCBA8E6-3F91-7FC8-B657-CF01DD1B6890}"/>
              </a:ext>
            </a:extLst>
          </p:cNvPr>
          <p:cNvSpPr>
            <a:spLocks/>
          </p:cNvSpPr>
          <p:nvPr userDrawn="1"/>
        </p:nvSpPr>
        <p:spPr>
          <a:xfrm>
            <a:off x="7693688" y="2933166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21" name="직사각형 4720">
            <a:extLst>
              <a:ext uri="{FF2B5EF4-FFF2-40B4-BE49-F238E27FC236}">
                <a16:creationId xmlns:a16="http://schemas.microsoft.com/office/drawing/2014/main" id="{AFE2CCD2-CF32-EC0B-90A3-46E413438807}"/>
              </a:ext>
            </a:extLst>
          </p:cNvPr>
          <p:cNvSpPr>
            <a:spLocks/>
          </p:cNvSpPr>
          <p:nvPr userDrawn="1"/>
        </p:nvSpPr>
        <p:spPr>
          <a:xfrm>
            <a:off x="8703318" y="2933166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22" name="TextBox 4721">
            <a:extLst>
              <a:ext uri="{FF2B5EF4-FFF2-40B4-BE49-F238E27FC236}">
                <a16:creationId xmlns:a16="http://schemas.microsoft.com/office/drawing/2014/main" id="{9715B9B3-B13F-8CD0-EEF0-A43C484AD338}"/>
              </a:ext>
            </a:extLst>
          </p:cNvPr>
          <p:cNvSpPr txBox="1">
            <a:spLocks/>
          </p:cNvSpPr>
          <p:nvPr userDrawn="1"/>
        </p:nvSpPr>
        <p:spPr>
          <a:xfrm>
            <a:off x="7736834" y="3266470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23" name="TextBox 4722">
            <a:extLst>
              <a:ext uri="{FF2B5EF4-FFF2-40B4-BE49-F238E27FC236}">
                <a16:creationId xmlns:a16="http://schemas.microsoft.com/office/drawing/2014/main" id="{CB54F47B-0C89-C9CF-79B7-44041F1F199D}"/>
              </a:ext>
            </a:extLst>
          </p:cNvPr>
          <p:cNvSpPr txBox="1">
            <a:spLocks/>
          </p:cNvSpPr>
          <p:nvPr userDrawn="1"/>
        </p:nvSpPr>
        <p:spPr>
          <a:xfrm>
            <a:off x="7736834" y="3357678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24" name="TextBox 4723">
            <a:extLst>
              <a:ext uri="{FF2B5EF4-FFF2-40B4-BE49-F238E27FC236}">
                <a16:creationId xmlns:a16="http://schemas.microsoft.com/office/drawing/2014/main" id="{6B601D42-E5A2-0E72-E2D1-520CF5F516BB}"/>
              </a:ext>
            </a:extLst>
          </p:cNvPr>
          <p:cNvSpPr txBox="1">
            <a:spLocks/>
          </p:cNvSpPr>
          <p:nvPr userDrawn="1"/>
        </p:nvSpPr>
        <p:spPr>
          <a:xfrm>
            <a:off x="7736833" y="3446736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40/8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25" name="TextBox 4724">
            <a:extLst>
              <a:ext uri="{FF2B5EF4-FFF2-40B4-BE49-F238E27FC236}">
                <a16:creationId xmlns:a16="http://schemas.microsoft.com/office/drawing/2014/main" id="{2396B0CA-A17E-809E-0021-89CF2E8235C7}"/>
              </a:ext>
            </a:extLst>
          </p:cNvPr>
          <p:cNvSpPr txBox="1">
            <a:spLocks/>
          </p:cNvSpPr>
          <p:nvPr userDrawn="1"/>
        </p:nvSpPr>
        <p:spPr>
          <a:xfrm>
            <a:off x="8300243" y="3247268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26" name="TextBox 4725">
            <a:extLst>
              <a:ext uri="{FF2B5EF4-FFF2-40B4-BE49-F238E27FC236}">
                <a16:creationId xmlns:a16="http://schemas.microsoft.com/office/drawing/2014/main" id="{201175BC-1275-3772-2FE0-584F56ADFD86}"/>
              </a:ext>
            </a:extLst>
          </p:cNvPr>
          <p:cNvSpPr txBox="1">
            <a:spLocks/>
          </p:cNvSpPr>
          <p:nvPr userDrawn="1"/>
        </p:nvSpPr>
        <p:spPr>
          <a:xfrm>
            <a:off x="7736833" y="3575351"/>
            <a:ext cx="294427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EtCO2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27" name="TextBox 4726">
            <a:extLst>
              <a:ext uri="{FF2B5EF4-FFF2-40B4-BE49-F238E27FC236}">
                <a16:creationId xmlns:a16="http://schemas.microsoft.com/office/drawing/2014/main" id="{BB7C9833-EC34-5257-2B0C-A24294DB61F0}"/>
              </a:ext>
            </a:extLst>
          </p:cNvPr>
          <p:cNvSpPr txBox="1">
            <a:spLocks/>
          </p:cNvSpPr>
          <p:nvPr userDrawn="1"/>
        </p:nvSpPr>
        <p:spPr>
          <a:xfrm>
            <a:off x="7736834" y="3666558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28" name="TextBox 4727">
            <a:extLst>
              <a:ext uri="{FF2B5EF4-FFF2-40B4-BE49-F238E27FC236}">
                <a16:creationId xmlns:a16="http://schemas.microsoft.com/office/drawing/2014/main" id="{A8397C4C-C983-A69A-CD29-1865DBC3349C}"/>
              </a:ext>
            </a:extLst>
          </p:cNvPr>
          <p:cNvSpPr txBox="1">
            <a:spLocks/>
          </p:cNvSpPr>
          <p:nvPr userDrawn="1"/>
        </p:nvSpPr>
        <p:spPr>
          <a:xfrm>
            <a:off x="7736833" y="3755617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80/0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29" name="TextBox 4728">
            <a:extLst>
              <a:ext uri="{FF2B5EF4-FFF2-40B4-BE49-F238E27FC236}">
                <a16:creationId xmlns:a16="http://schemas.microsoft.com/office/drawing/2014/main" id="{AEEAA996-EBB6-34AA-E25D-DBC181F45FEF}"/>
              </a:ext>
            </a:extLst>
          </p:cNvPr>
          <p:cNvSpPr txBox="1">
            <a:spLocks/>
          </p:cNvSpPr>
          <p:nvPr userDrawn="1"/>
        </p:nvSpPr>
        <p:spPr>
          <a:xfrm>
            <a:off x="8300243" y="3556148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33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30" name="TextBox 4729">
            <a:extLst>
              <a:ext uri="{FF2B5EF4-FFF2-40B4-BE49-F238E27FC236}">
                <a16:creationId xmlns:a16="http://schemas.microsoft.com/office/drawing/2014/main" id="{C5EB7BDE-9B15-52F3-DC11-460F60FB7B03}"/>
              </a:ext>
            </a:extLst>
          </p:cNvPr>
          <p:cNvSpPr txBox="1">
            <a:spLocks/>
          </p:cNvSpPr>
          <p:nvPr userDrawn="1"/>
        </p:nvSpPr>
        <p:spPr>
          <a:xfrm>
            <a:off x="8749457" y="3266470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Temp1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31" name="TextBox 4730">
            <a:extLst>
              <a:ext uri="{FF2B5EF4-FFF2-40B4-BE49-F238E27FC236}">
                <a16:creationId xmlns:a16="http://schemas.microsoft.com/office/drawing/2014/main" id="{49A710B6-59EB-13C5-0DB1-20A209FBB441}"/>
              </a:ext>
            </a:extLst>
          </p:cNvPr>
          <p:cNvSpPr txBox="1">
            <a:spLocks/>
          </p:cNvSpPr>
          <p:nvPr userDrawn="1"/>
        </p:nvSpPr>
        <p:spPr>
          <a:xfrm>
            <a:off x="8749457" y="3357678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℃</a:t>
            </a:r>
          </a:p>
        </p:txBody>
      </p:sp>
      <p:sp>
        <p:nvSpPr>
          <p:cNvPr id="4732" name="TextBox 4731">
            <a:extLst>
              <a:ext uri="{FF2B5EF4-FFF2-40B4-BE49-F238E27FC236}">
                <a16:creationId xmlns:a16="http://schemas.microsoft.com/office/drawing/2014/main" id="{B2360D11-DA80-D73B-2E44-DADCF3021113}"/>
              </a:ext>
            </a:extLst>
          </p:cNvPr>
          <p:cNvSpPr txBox="1">
            <a:spLocks/>
          </p:cNvSpPr>
          <p:nvPr userDrawn="1"/>
        </p:nvSpPr>
        <p:spPr>
          <a:xfrm>
            <a:off x="8749456" y="3446736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41.0/34.0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33" name="TextBox 4732">
            <a:extLst>
              <a:ext uri="{FF2B5EF4-FFF2-40B4-BE49-F238E27FC236}">
                <a16:creationId xmlns:a16="http://schemas.microsoft.com/office/drawing/2014/main" id="{0B180B29-40FB-24ED-77FD-34590F205C27}"/>
              </a:ext>
            </a:extLst>
          </p:cNvPr>
          <p:cNvSpPr txBox="1">
            <a:spLocks/>
          </p:cNvSpPr>
          <p:nvPr userDrawn="1"/>
        </p:nvSpPr>
        <p:spPr>
          <a:xfrm>
            <a:off x="9034561" y="3247268"/>
            <a:ext cx="659855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36.5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34" name="TextBox 4733">
            <a:extLst>
              <a:ext uri="{FF2B5EF4-FFF2-40B4-BE49-F238E27FC236}">
                <a16:creationId xmlns:a16="http://schemas.microsoft.com/office/drawing/2014/main" id="{1B40810F-5B00-08A7-1E6A-D4562E7FA87A}"/>
              </a:ext>
            </a:extLst>
          </p:cNvPr>
          <p:cNvSpPr txBox="1">
            <a:spLocks/>
          </p:cNvSpPr>
          <p:nvPr userDrawn="1"/>
        </p:nvSpPr>
        <p:spPr>
          <a:xfrm>
            <a:off x="8749456" y="3575351"/>
            <a:ext cx="47074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GAS(Ex/In)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35" name="TextBox 4734">
            <a:extLst>
              <a:ext uri="{FF2B5EF4-FFF2-40B4-BE49-F238E27FC236}">
                <a16:creationId xmlns:a16="http://schemas.microsoft.com/office/drawing/2014/main" id="{E0CC2094-2D24-727B-AD67-A723D3E30374}"/>
              </a:ext>
            </a:extLst>
          </p:cNvPr>
          <p:cNvSpPr txBox="1">
            <a:spLocks/>
          </p:cNvSpPr>
          <p:nvPr userDrawn="1"/>
        </p:nvSpPr>
        <p:spPr>
          <a:xfrm>
            <a:off x="8749456" y="3666558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36" name="직사각형 4735">
            <a:extLst>
              <a:ext uri="{FF2B5EF4-FFF2-40B4-BE49-F238E27FC236}">
                <a16:creationId xmlns:a16="http://schemas.microsoft.com/office/drawing/2014/main" id="{9481251D-A3DB-E054-A05E-8D42F39FD5AE}"/>
              </a:ext>
            </a:extLst>
          </p:cNvPr>
          <p:cNvSpPr>
            <a:spLocks/>
          </p:cNvSpPr>
          <p:nvPr userDrawn="1"/>
        </p:nvSpPr>
        <p:spPr>
          <a:xfrm>
            <a:off x="7693688" y="3252762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37" name="직사각형 4736">
            <a:extLst>
              <a:ext uri="{FF2B5EF4-FFF2-40B4-BE49-F238E27FC236}">
                <a16:creationId xmlns:a16="http://schemas.microsoft.com/office/drawing/2014/main" id="{EE85E07F-C6F2-5C8F-3C97-3AF8C54B8F01}"/>
              </a:ext>
            </a:extLst>
          </p:cNvPr>
          <p:cNvSpPr>
            <a:spLocks/>
          </p:cNvSpPr>
          <p:nvPr userDrawn="1"/>
        </p:nvSpPr>
        <p:spPr>
          <a:xfrm>
            <a:off x="8703318" y="3252762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38" name="직사각형 4737">
            <a:extLst>
              <a:ext uri="{FF2B5EF4-FFF2-40B4-BE49-F238E27FC236}">
                <a16:creationId xmlns:a16="http://schemas.microsoft.com/office/drawing/2014/main" id="{DF7B6D86-CB23-74B4-CCEC-7A84C316547D}"/>
              </a:ext>
            </a:extLst>
          </p:cNvPr>
          <p:cNvSpPr>
            <a:spLocks/>
          </p:cNvSpPr>
          <p:nvPr userDrawn="1"/>
        </p:nvSpPr>
        <p:spPr>
          <a:xfrm>
            <a:off x="7693688" y="3571031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39" name="직사각형 4738">
            <a:extLst>
              <a:ext uri="{FF2B5EF4-FFF2-40B4-BE49-F238E27FC236}">
                <a16:creationId xmlns:a16="http://schemas.microsoft.com/office/drawing/2014/main" id="{403B7CDB-A718-A166-6A5A-82B33822E7FF}"/>
              </a:ext>
            </a:extLst>
          </p:cNvPr>
          <p:cNvSpPr>
            <a:spLocks/>
          </p:cNvSpPr>
          <p:nvPr userDrawn="1"/>
        </p:nvSpPr>
        <p:spPr>
          <a:xfrm>
            <a:off x="8703318" y="3571031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740" name="TextBox 4739">
            <a:extLst>
              <a:ext uri="{FF2B5EF4-FFF2-40B4-BE49-F238E27FC236}">
                <a16:creationId xmlns:a16="http://schemas.microsoft.com/office/drawing/2014/main" id="{17D7B07E-D03B-912D-30CD-E1643974ECBF}"/>
              </a:ext>
            </a:extLst>
          </p:cNvPr>
          <p:cNvSpPr txBox="1">
            <a:spLocks/>
          </p:cNvSpPr>
          <p:nvPr userDrawn="1"/>
        </p:nvSpPr>
        <p:spPr>
          <a:xfrm>
            <a:off x="8918350" y="2627918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41" name="TextBox 4740">
            <a:extLst>
              <a:ext uri="{FF2B5EF4-FFF2-40B4-BE49-F238E27FC236}">
                <a16:creationId xmlns:a16="http://schemas.microsoft.com/office/drawing/2014/main" id="{99F65F5D-10C4-D4CF-F9ED-8FE51E4BCEAA}"/>
              </a:ext>
            </a:extLst>
          </p:cNvPr>
          <p:cNvSpPr txBox="1">
            <a:spLocks/>
          </p:cNvSpPr>
          <p:nvPr userDrawn="1"/>
        </p:nvSpPr>
        <p:spPr>
          <a:xfrm>
            <a:off x="8949591" y="2795214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42" name="TextBox 4741">
            <a:extLst>
              <a:ext uri="{FF2B5EF4-FFF2-40B4-BE49-F238E27FC236}">
                <a16:creationId xmlns:a16="http://schemas.microsoft.com/office/drawing/2014/main" id="{A2318A00-C51D-2087-DC54-B33530E6A9E5}"/>
              </a:ext>
            </a:extLst>
          </p:cNvPr>
          <p:cNvSpPr txBox="1"/>
          <p:nvPr userDrawn="1"/>
        </p:nvSpPr>
        <p:spPr>
          <a:xfrm>
            <a:off x="4920160" y="2975340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PLETH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743" name="그림 4742">
            <a:extLst>
              <a:ext uri="{FF2B5EF4-FFF2-40B4-BE49-F238E27FC236}">
                <a16:creationId xmlns:a16="http://schemas.microsoft.com/office/drawing/2014/main" id="{10F92758-46D1-D80F-A7CE-B1BD7E5F7718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89164" y="3088038"/>
            <a:ext cx="2803479" cy="165551"/>
          </a:xfrm>
          <a:prstGeom prst="rect">
            <a:avLst/>
          </a:prstGeom>
        </p:spPr>
      </p:pic>
      <p:sp>
        <p:nvSpPr>
          <p:cNvPr id="4744" name="TextBox 4743">
            <a:extLst>
              <a:ext uri="{FF2B5EF4-FFF2-40B4-BE49-F238E27FC236}">
                <a16:creationId xmlns:a16="http://schemas.microsoft.com/office/drawing/2014/main" id="{94C70AEE-F7BA-A5FB-BD8A-399B08560C03}"/>
              </a:ext>
            </a:extLst>
          </p:cNvPr>
          <p:cNvSpPr txBox="1">
            <a:spLocks/>
          </p:cNvSpPr>
          <p:nvPr userDrawn="1"/>
        </p:nvSpPr>
        <p:spPr>
          <a:xfrm>
            <a:off x="8749456" y="3769500"/>
            <a:ext cx="47374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N2O: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45" name="TextBox 4744">
            <a:extLst>
              <a:ext uri="{FF2B5EF4-FFF2-40B4-BE49-F238E27FC236}">
                <a16:creationId xmlns:a16="http://schemas.microsoft.com/office/drawing/2014/main" id="{A5BA2A52-1B97-8EED-7115-583D3532399C}"/>
              </a:ext>
            </a:extLst>
          </p:cNvPr>
          <p:cNvSpPr txBox="1">
            <a:spLocks/>
          </p:cNvSpPr>
          <p:nvPr userDrawn="1"/>
        </p:nvSpPr>
        <p:spPr>
          <a:xfrm>
            <a:off x="9284370" y="3679430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SEV: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46" name="TextBox 4745">
            <a:extLst>
              <a:ext uri="{FF2B5EF4-FFF2-40B4-BE49-F238E27FC236}">
                <a16:creationId xmlns:a16="http://schemas.microsoft.com/office/drawing/2014/main" id="{89D4C3B9-9502-AE25-564C-463314BC7352}"/>
              </a:ext>
            </a:extLst>
          </p:cNvPr>
          <p:cNvSpPr txBox="1">
            <a:spLocks/>
          </p:cNvSpPr>
          <p:nvPr userDrawn="1"/>
        </p:nvSpPr>
        <p:spPr>
          <a:xfrm>
            <a:off x="9284370" y="3769500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DES: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47" name="TextBox 4746">
            <a:extLst>
              <a:ext uri="{FF2B5EF4-FFF2-40B4-BE49-F238E27FC236}">
                <a16:creationId xmlns:a16="http://schemas.microsoft.com/office/drawing/2014/main" id="{CE9B47B8-17B1-E3F2-50F9-3A16157E2262}"/>
              </a:ext>
            </a:extLst>
          </p:cNvPr>
          <p:cNvSpPr txBox="1">
            <a:spLocks/>
          </p:cNvSpPr>
          <p:nvPr userDrawn="1"/>
        </p:nvSpPr>
        <p:spPr>
          <a:xfrm>
            <a:off x="9284370" y="3597053"/>
            <a:ext cx="42955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749" name="TextBox 4748">
            <a:extLst>
              <a:ext uri="{FF2B5EF4-FFF2-40B4-BE49-F238E27FC236}">
                <a16:creationId xmlns:a16="http://schemas.microsoft.com/office/drawing/2014/main" id="{A7F09606-DBB4-DDEE-E9D2-55E5601667AD}"/>
              </a:ext>
            </a:extLst>
          </p:cNvPr>
          <p:cNvSpPr txBox="1"/>
          <p:nvPr userDrawn="1"/>
        </p:nvSpPr>
        <p:spPr>
          <a:xfrm>
            <a:off x="4920160" y="3281031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RESP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4750" name="그림 4749">
            <a:extLst>
              <a:ext uri="{FF2B5EF4-FFF2-40B4-BE49-F238E27FC236}">
                <a16:creationId xmlns:a16="http://schemas.microsoft.com/office/drawing/2014/main" id="{9BB56873-3B35-198C-9D80-C7646A77CE98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889164" y="3393731"/>
            <a:ext cx="1648849" cy="124293"/>
          </a:xfrm>
          <a:prstGeom prst="rect">
            <a:avLst/>
          </a:prstGeom>
        </p:spPr>
      </p:pic>
      <p:sp>
        <p:nvSpPr>
          <p:cNvPr id="4751" name="TextBox 4750">
            <a:extLst>
              <a:ext uri="{FF2B5EF4-FFF2-40B4-BE49-F238E27FC236}">
                <a16:creationId xmlns:a16="http://schemas.microsoft.com/office/drawing/2014/main" id="{C7B26B58-C2D3-AC9E-1DB9-D4E381CD1AB7}"/>
              </a:ext>
            </a:extLst>
          </p:cNvPr>
          <p:cNvSpPr txBox="1"/>
          <p:nvPr userDrawn="1"/>
        </p:nvSpPr>
        <p:spPr>
          <a:xfrm>
            <a:off x="4920160" y="3586723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CAPNO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752" name="그림 4751">
            <a:extLst>
              <a:ext uri="{FF2B5EF4-FFF2-40B4-BE49-F238E27FC236}">
                <a16:creationId xmlns:a16="http://schemas.microsoft.com/office/drawing/2014/main" id="{7FA4418E-0661-7F07-CC43-12376B99A2A7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grayscl/>
            <a:alphaModFix amt="70000"/>
          </a:blip>
          <a:srcRect/>
          <a:stretch/>
        </p:blipFill>
        <p:spPr>
          <a:xfrm>
            <a:off x="4889164" y="3699421"/>
            <a:ext cx="2803480" cy="165551"/>
          </a:xfrm>
          <a:prstGeom prst="rect">
            <a:avLst/>
          </a:prstGeom>
        </p:spPr>
      </p:pic>
      <p:pic>
        <p:nvPicPr>
          <p:cNvPr id="4753" name="그림 4752">
            <a:extLst>
              <a:ext uri="{FF2B5EF4-FFF2-40B4-BE49-F238E27FC236}">
                <a16:creationId xmlns:a16="http://schemas.microsoft.com/office/drawing/2014/main" id="{7B284CD9-48B6-0073-BC92-8B3F9F5DAC2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9973"/>
          <a:stretch/>
        </p:blipFill>
        <p:spPr>
          <a:xfrm>
            <a:off x="6538012" y="3393731"/>
            <a:ext cx="1154632" cy="124293"/>
          </a:xfrm>
          <a:prstGeom prst="rect">
            <a:avLst/>
          </a:prstGeom>
        </p:spPr>
      </p:pic>
      <p:sp>
        <p:nvSpPr>
          <p:cNvPr id="4754" name="직사각형 4753">
            <a:extLst>
              <a:ext uri="{FF2B5EF4-FFF2-40B4-BE49-F238E27FC236}">
                <a16:creationId xmlns:a16="http://schemas.microsoft.com/office/drawing/2014/main" id="{58FBFF1D-AF2E-1C28-1366-44947D7EE790}"/>
              </a:ext>
            </a:extLst>
          </p:cNvPr>
          <p:cNvSpPr/>
          <p:nvPr userDrawn="1"/>
        </p:nvSpPr>
        <p:spPr>
          <a:xfrm>
            <a:off x="4921147" y="3388702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55" name="TextBox 4754">
            <a:extLst>
              <a:ext uri="{FF2B5EF4-FFF2-40B4-BE49-F238E27FC236}">
                <a16:creationId xmlns:a16="http://schemas.microsoft.com/office/drawing/2014/main" id="{87AC7A5B-2648-9265-AA33-31ED3EFF938E}"/>
              </a:ext>
            </a:extLst>
          </p:cNvPr>
          <p:cNvSpPr txBox="1"/>
          <p:nvPr userDrawn="1"/>
        </p:nvSpPr>
        <p:spPr>
          <a:xfrm>
            <a:off x="4918788" y="3512880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1Ω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891" name="사각형: 둥근 모서리 4890">
            <a:extLst>
              <a:ext uri="{FF2B5EF4-FFF2-40B4-BE49-F238E27FC236}">
                <a16:creationId xmlns:a16="http://schemas.microsoft.com/office/drawing/2014/main" id="{75BECAE9-F052-B36B-8802-388365C7E33A}"/>
              </a:ext>
            </a:extLst>
          </p:cNvPr>
          <p:cNvSpPr/>
          <p:nvPr userDrawn="1"/>
        </p:nvSpPr>
        <p:spPr>
          <a:xfrm>
            <a:off x="64655" y="3884220"/>
            <a:ext cx="698958" cy="18119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92" name="TextBox 4891">
            <a:extLst>
              <a:ext uri="{FF2B5EF4-FFF2-40B4-BE49-F238E27FC236}">
                <a16:creationId xmlns:a16="http://schemas.microsoft.com/office/drawing/2014/main" id="{3915DC8E-D559-57F6-8C42-29EF98765326}"/>
              </a:ext>
            </a:extLst>
          </p:cNvPr>
          <p:cNvSpPr txBox="1"/>
          <p:nvPr userDrawn="1"/>
        </p:nvSpPr>
        <p:spPr>
          <a:xfrm>
            <a:off x="139574" y="3904632"/>
            <a:ext cx="549119" cy="140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BED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03</a:t>
            </a:r>
            <a:endParaRPr lang="ko-KR" altLang="en-US" sz="9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893" name="TextBox 4892">
            <a:extLst>
              <a:ext uri="{FF2B5EF4-FFF2-40B4-BE49-F238E27FC236}">
                <a16:creationId xmlns:a16="http://schemas.microsoft.com/office/drawing/2014/main" id="{E8CE02F0-047B-C588-4D59-BB30BDB8F44C}"/>
              </a:ext>
            </a:extLst>
          </p:cNvPr>
          <p:cNvSpPr txBox="1"/>
          <p:nvPr userDrawn="1"/>
        </p:nvSpPr>
        <p:spPr>
          <a:xfrm>
            <a:off x="949385" y="3920228"/>
            <a:ext cx="120263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Hong Gil Dong, 20461445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894" name="그래픽 4893" descr="벨소리 단색으로 채워진">
            <a:extLst>
              <a:ext uri="{FF2B5EF4-FFF2-40B4-BE49-F238E27FC236}">
                <a16:creationId xmlns:a16="http://schemas.microsoft.com/office/drawing/2014/main" id="{9BECA88F-95B2-B90A-A1A0-7B6A770182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965" y="3914912"/>
            <a:ext cx="118270" cy="119809"/>
          </a:xfrm>
          <a:prstGeom prst="rect">
            <a:avLst/>
          </a:prstGeom>
        </p:spPr>
      </p:pic>
      <p:sp>
        <p:nvSpPr>
          <p:cNvPr id="4895" name="TextBox 4894">
            <a:extLst>
              <a:ext uri="{FF2B5EF4-FFF2-40B4-BE49-F238E27FC236}">
                <a16:creationId xmlns:a16="http://schemas.microsoft.com/office/drawing/2014/main" id="{190298A1-CDAC-95B5-1543-080DC226E695}"/>
              </a:ext>
            </a:extLst>
          </p:cNvPr>
          <p:cNvSpPr txBox="1">
            <a:spLocks/>
          </p:cNvSpPr>
          <p:nvPr userDrawn="1"/>
        </p:nvSpPr>
        <p:spPr>
          <a:xfrm>
            <a:off x="95649" y="4075549"/>
            <a:ext cx="27052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LEAD Ⅱ 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896" name="TextBox 4895">
            <a:extLst>
              <a:ext uri="{FF2B5EF4-FFF2-40B4-BE49-F238E27FC236}">
                <a16:creationId xmlns:a16="http://schemas.microsoft.com/office/drawing/2014/main" id="{72F346B9-0504-CB91-A4AC-A87275F998D7}"/>
              </a:ext>
            </a:extLst>
          </p:cNvPr>
          <p:cNvSpPr txBox="1">
            <a:spLocks/>
          </p:cNvSpPr>
          <p:nvPr userDrawn="1"/>
        </p:nvSpPr>
        <p:spPr>
          <a:xfrm>
            <a:off x="2912323" y="4082203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97" name="TextBox 4896">
            <a:extLst>
              <a:ext uri="{FF2B5EF4-FFF2-40B4-BE49-F238E27FC236}">
                <a16:creationId xmlns:a16="http://schemas.microsoft.com/office/drawing/2014/main" id="{3A4889DD-EEC0-36C1-8D55-6A515834CB32}"/>
              </a:ext>
            </a:extLst>
          </p:cNvPr>
          <p:cNvSpPr txBox="1">
            <a:spLocks/>
          </p:cNvSpPr>
          <p:nvPr userDrawn="1"/>
        </p:nvSpPr>
        <p:spPr>
          <a:xfrm>
            <a:off x="2912323" y="417341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98" name="TextBox 4897">
            <a:extLst>
              <a:ext uri="{FF2B5EF4-FFF2-40B4-BE49-F238E27FC236}">
                <a16:creationId xmlns:a16="http://schemas.microsoft.com/office/drawing/2014/main" id="{04B424D3-A343-4E11-8D0F-E9480A6E731F}"/>
              </a:ext>
            </a:extLst>
          </p:cNvPr>
          <p:cNvSpPr txBox="1">
            <a:spLocks/>
          </p:cNvSpPr>
          <p:nvPr userDrawn="1"/>
        </p:nvSpPr>
        <p:spPr>
          <a:xfrm>
            <a:off x="2912322" y="4262469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99" name="TextBox 4898">
            <a:extLst>
              <a:ext uri="{FF2B5EF4-FFF2-40B4-BE49-F238E27FC236}">
                <a16:creationId xmlns:a16="http://schemas.microsoft.com/office/drawing/2014/main" id="{E7DF3DDF-1ED2-2BD9-AF55-AC117876F3CF}"/>
              </a:ext>
            </a:extLst>
          </p:cNvPr>
          <p:cNvSpPr txBox="1">
            <a:spLocks/>
          </p:cNvSpPr>
          <p:nvPr userDrawn="1"/>
        </p:nvSpPr>
        <p:spPr>
          <a:xfrm>
            <a:off x="3475732" y="4065414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60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00" name="TextBox 4899">
            <a:extLst>
              <a:ext uri="{FF2B5EF4-FFF2-40B4-BE49-F238E27FC236}">
                <a16:creationId xmlns:a16="http://schemas.microsoft.com/office/drawing/2014/main" id="{B80AA206-0869-78A4-14C3-E377106D764C}"/>
              </a:ext>
            </a:extLst>
          </p:cNvPr>
          <p:cNvSpPr txBox="1">
            <a:spLocks/>
          </p:cNvSpPr>
          <p:nvPr userDrawn="1"/>
        </p:nvSpPr>
        <p:spPr>
          <a:xfrm>
            <a:off x="2912323" y="4393497"/>
            <a:ext cx="25235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SpO2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01" name="TextBox 4900">
            <a:extLst>
              <a:ext uri="{FF2B5EF4-FFF2-40B4-BE49-F238E27FC236}">
                <a16:creationId xmlns:a16="http://schemas.microsoft.com/office/drawing/2014/main" id="{750E87B3-F722-D759-FC83-C59BD6F5D76B}"/>
              </a:ext>
            </a:extLst>
          </p:cNvPr>
          <p:cNvSpPr txBox="1">
            <a:spLocks/>
          </p:cNvSpPr>
          <p:nvPr userDrawn="1"/>
        </p:nvSpPr>
        <p:spPr>
          <a:xfrm>
            <a:off x="2912323" y="4484704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02" name="TextBox 4901">
            <a:extLst>
              <a:ext uri="{FF2B5EF4-FFF2-40B4-BE49-F238E27FC236}">
                <a16:creationId xmlns:a16="http://schemas.microsoft.com/office/drawing/2014/main" id="{469F0E77-2FFC-01F7-4E6E-46A868D5E833}"/>
              </a:ext>
            </a:extLst>
          </p:cNvPr>
          <p:cNvSpPr txBox="1">
            <a:spLocks/>
          </p:cNvSpPr>
          <p:nvPr userDrawn="1"/>
        </p:nvSpPr>
        <p:spPr>
          <a:xfrm>
            <a:off x="2912322" y="4573763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100/50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03" name="TextBox 4902">
            <a:extLst>
              <a:ext uri="{FF2B5EF4-FFF2-40B4-BE49-F238E27FC236}">
                <a16:creationId xmlns:a16="http://schemas.microsoft.com/office/drawing/2014/main" id="{CC73C610-4BBE-4B8A-31D5-C92D12212370}"/>
              </a:ext>
            </a:extLst>
          </p:cNvPr>
          <p:cNvSpPr txBox="1">
            <a:spLocks/>
          </p:cNvSpPr>
          <p:nvPr userDrawn="1"/>
        </p:nvSpPr>
        <p:spPr>
          <a:xfrm>
            <a:off x="3475732" y="4374294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98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04" name="TextBox 4903">
            <a:extLst>
              <a:ext uri="{FF2B5EF4-FFF2-40B4-BE49-F238E27FC236}">
                <a16:creationId xmlns:a16="http://schemas.microsoft.com/office/drawing/2014/main" id="{EB8C2B95-A32A-06ED-510E-30FA32E4D671}"/>
              </a:ext>
            </a:extLst>
          </p:cNvPr>
          <p:cNvSpPr txBox="1">
            <a:spLocks/>
          </p:cNvSpPr>
          <p:nvPr userDrawn="1"/>
        </p:nvSpPr>
        <p:spPr>
          <a:xfrm>
            <a:off x="3924946" y="4082203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ABP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05" name="TextBox 4904">
            <a:extLst>
              <a:ext uri="{FF2B5EF4-FFF2-40B4-BE49-F238E27FC236}">
                <a16:creationId xmlns:a16="http://schemas.microsoft.com/office/drawing/2014/main" id="{B66D6A9A-4235-D270-F7B7-82D362BECD96}"/>
              </a:ext>
            </a:extLst>
          </p:cNvPr>
          <p:cNvSpPr txBox="1">
            <a:spLocks/>
          </p:cNvSpPr>
          <p:nvPr userDrawn="1"/>
        </p:nvSpPr>
        <p:spPr>
          <a:xfrm>
            <a:off x="3924946" y="417341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07" name="TextBox 4906">
            <a:extLst>
              <a:ext uri="{FF2B5EF4-FFF2-40B4-BE49-F238E27FC236}">
                <a16:creationId xmlns:a16="http://schemas.microsoft.com/office/drawing/2014/main" id="{92175276-58FA-ECEB-5D35-50372E27E92F}"/>
              </a:ext>
            </a:extLst>
          </p:cNvPr>
          <p:cNvSpPr txBox="1">
            <a:spLocks/>
          </p:cNvSpPr>
          <p:nvPr userDrawn="1"/>
        </p:nvSpPr>
        <p:spPr>
          <a:xfrm>
            <a:off x="3924945" y="4393497"/>
            <a:ext cx="265946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ART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08" name="TextBox 4907">
            <a:extLst>
              <a:ext uri="{FF2B5EF4-FFF2-40B4-BE49-F238E27FC236}">
                <a16:creationId xmlns:a16="http://schemas.microsoft.com/office/drawing/2014/main" id="{2CC99AC1-3033-644E-6A3C-AB39191281CA}"/>
              </a:ext>
            </a:extLst>
          </p:cNvPr>
          <p:cNvSpPr txBox="1">
            <a:spLocks/>
          </p:cNvSpPr>
          <p:nvPr userDrawn="1"/>
        </p:nvSpPr>
        <p:spPr>
          <a:xfrm>
            <a:off x="3924945" y="4484704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10" name="TextBox 4909">
            <a:extLst>
              <a:ext uri="{FF2B5EF4-FFF2-40B4-BE49-F238E27FC236}">
                <a16:creationId xmlns:a16="http://schemas.microsoft.com/office/drawing/2014/main" id="{EC5C13DC-3203-4EFB-1D5F-CFB5F38B5731}"/>
              </a:ext>
            </a:extLst>
          </p:cNvPr>
          <p:cNvSpPr txBox="1">
            <a:spLocks/>
          </p:cNvSpPr>
          <p:nvPr userDrawn="1"/>
        </p:nvSpPr>
        <p:spPr>
          <a:xfrm>
            <a:off x="4093839" y="4404561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11" name="TextBox 4910">
            <a:extLst>
              <a:ext uri="{FF2B5EF4-FFF2-40B4-BE49-F238E27FC236}">
                <a16:creationId xmlns:a16="http://schemas.microsoft.com/office/drawing/2014/main" id="{86F4E2D3-FB02-0E5E-9F45-80779A4D0539}"/>
              </a:ext>
            </a:extLst>
          </p:cNvPr>
          <p:cNvSpPr txBox="1">
            <a:spLocks/>
          </p:cNvSpPr>
          <p:nvPr userDrawn="1"/>
        </p:nvSpPr>
        <p:spPr>
          <a:xfrm>
            <a:off x="4125080" y="4571857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4912" name="그림 4911">
            <a:extLst>
              <a:ext uri="{FF2B5EF4-FFF2-40B4-BE49-F238E27FC236}">
                <a16:creationId xmlns:a16="http://schemas.microsoft.com/office/drawing/2014/main" id="{AB00BEF6-DBF2-4932-34F3-A0159122B7B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22741" y="4141077"/>
            <a:ext cx="673479" cy="171703"/>
          </a:xfrm>
          <a:prstGeom prst="rect">
            <a:avLst/>
          </a:prstGeom>
          <a:noFill/>
        </p:spPr>
      </p:pic>
      <p:pic>
        <p:nvPicPr>
          <p:cNvPr id="4913" name="그림 4912">
            <a:extLst>
              <a:ext uri="{FF2B5EF4-FFF2-40B4-BE49-F238E27FC236}">
                <a16:creationId xmlns:a16="http://schemas.microsoft.com/office/drawing/2014/main" id="{78DF78C7-5CBD-ACEA-C91E-2867F8D4743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96221" y="4141077"/>
            <a:ext cx="673479" cy="171703"/>
          </a:xfrm>
          <a:prstGeom prst="rect">
            <a:avLst/>
          </a:prstGeom>
          <a:noFill/>
        </p:spPr>
      </p:pic>
      <p:pic>
        <p:nvPicPr>
          <p:cNvPr id="4914" name="그림 4913">
            <a:extLst>
              <a:ext uri="{FF2B5EF4-FFF2-40B4-BE49-F238E27FC236}">
                <a16:creationId xmlns:a16="http://schemas.microsoft.com/office/drawing/2014/main" id="{70C33850-B56E-C861-DAC7-77EE4695080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68589" y="4141077"/>
            <a:ext cx="673479" cy="171703"/>
          </a:xfrm>
          <a:prstGeom prst="rect">
            <a:avLst/>
          </a:prstGeom>
          <a:noFill/>
        </p:spPr>
      </p:pic>
      <p:pic>
        <p:nvPicPr>
          <p:cNvPr id="4915" name="그림 4914">
            <a:extLst>
              <a:ext uri="{FF2B5EF4-FFF2-40B4-BE49-F238E27FC236}">
                <a16:creationId xmlns:a16="http://schemas.microsoft.com/office/drawing/2014/main" id="{2564C001-E4FE-D6E8-17BA-754272D21B4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43916" r="22170"/>
          <a:stretch/>
        </p:blipFill>
        <p:spPr>
          <a:xfrm>
            <a:off x="94365" y="4141077"/>
            <a:ext cx="228401" cy="171703"/>
          </a:xfrm>
          <a:prstGeom prst="rect">
            <a:avLst/>
          </a:prstGeom>
          <a:noFill/>
        </p:spPr>
      </p:pic>
      <p:pic>
        <p:nvPicPr>
          <p:cNvPr id="4916" name="그림 4915">
            <a:extLst>
              <a:ext uri="{FF2B5EF4-FFF2-40B4-BE49-F238E27FC236}">
                <a16:creationId xmlns:a16="http://schemas.microsoft.com/office/drawing/2014/main" id="{78F21794-4465-4577-001A-6F4E305BA93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2170"/>
          <a:stretch/>
        </p:blipFill>
        <p:spPr>
          <a:xfrm>
            <a:off x="2340081" y="4141077"/>
            <a:ext cx="524168" cy="171703"/>
          </a:xfrm>
          <a:prstGeom prst="rect">
            <a:avLst/>
          </a:prstGeom>
          <a:noFill/>
        </p:spPr>
      </p:pic>
      <p:sp>
        <p:nvSpPr>
          <p:cNvPr id="4917" name="직사각형 4916">
            <a:extLst>
              <a:ext uri="{FF2B5EF4-FFF2-40B4-BE49-F238E27FC236}">
                <a16:creationId xmlns:a16="http://schemas.microsoft.com/office/drawing/2014/main" id="{CA8B16A2-BCBA-B711-3867-1D7B2A100C12}"/>
              </a:ext>
            </a:extLst>
          </p:cNvPr>
          <p:cNvSpPr/>
          <p:nvPr userDrawn="1"/>
        </p:nvSpPr>
        <p:spPr>
          <a:xfrm>
            <a:off x="96636" y="4182370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18" name="TextBox 4917">
            <a:extLst>
              <a:ext uri="{FF2B5EF4-FFF2-40B4-BE49-F238E27FC236}">
                <a16:creationId xmlns:a16="http://schemas.microsoft.com/office/drawing/2014/main" id="{9625DADE-88F7-31A3-8FFB-6C92EBCC82ED}"/>
              </a:ext>
            </a:extLst>
          </p:cNvPr>
          <p:cNvSpPr txBox="1"/>
          <p:nvPr userDrawn="1"/>
        </p:nvSpPr>
        <p:spPr>
          <a:xfrm>
            <a:off x="94277" y="4318126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1mV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919" name="직사각형 4918">
            <a:extLst>
              <a:ext uri="{FF2B5EF4-FFF2-40B4-BE49-F238E27FC236}">
                <a16:creationId xmlns:a16="http://schemas.microsoft.com/office/drawing/2014/main" id="{60734A01-45E1-2E0E-7764-FA7E5BB8ABC3}"/>
              </a:ext>
            </a:extLst>
          </p:cNvPr>
          <p:cNvSpPr>
            <a:spLocks/>
          </p:cNvSpPr>
          <p:nvPr userDrawn="1"/>
        </p:nvSpPr>
        <p:spPr>
          <a:xfrm>
            <a:off x="2869177" y="4068494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20" name="직사각형 4919">
            <a:extLst>
              <a:ext uri="{FF2B5EF4-FFF2-40B4-BE49-F238E27FC236}">
                <a16:creationId xmlns:a16="http://schemas.microsoft.com/office/drawing/2014/main" id="{5BDA32F4-45C5-4C99-B830-3F8E1723A8E2}"/>
              </a:ext>
            </a:extLst>
          </p:cNvPr>
          <p:cNvSpPr>
            <a:spLocks/>
          </p:cNvSpPr>
          <p:nvPr userDrawn="1"/>
        </p:nvSpPr>
        <p:spPr>
          <a:xfrm>
            <a:off x="3878807" y="4068494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21" name="직사각형 4920">
            <a:extLst>
              <a:ext uri="{FF2B5EF4-FFF2-40B4-BE49-F238E27FC236}">
                <a16:creationId xmlns:a16="http://schemas.microsoft.com/office/drawing/2014/main" id="{C838CF3E-9294-A07C-37B0-16E492F4E343}"/>
              </a:ext>
            </a:extLst>
          </p:cNvPr>
          <p:cNvSpPr>
            <a:spLocks/>
          </p:cNvSpPr>
          <p:nvPr userDrawn="1"/>
        </p:nvSpPr>
        <p:spPr>
          <a:xfrm>
            <a:off x="2869177" y="4389177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22" name="직사각형 4921">
            <a:extLst>
              <a:ext uri="{FF2B5EF4-FFF2-40B4-BE49-F238E27FC236}">
                <a16:creationId xmlns:a16="http://schemas.microsoft.com/office/drawing/2014/main" id="{AA0A51CE-D18B-3CAB-AA03-B0EE214387B6}"/>
              </a:ext>
            </a:extLst>
          </p:cNvPr>
          <p:cNvSpPr>
            <a:spLocks/>
          </p:cNvSpPr>
          <p:nvPr userDrawn="1"/>
        </p:nvSpPr>
        <p:spPr>
          <a:xfrm>
            <a:off x="3878807" y="4389177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23" name="TextBox 4922">
            <a:extLst>
              <a:ext uri="{FF2B5EF4-FFF2-40B4-BE49-F238E27FC236}">
                <a16:creationId xmlns:a16="http://schemas.microsoft.com/office/drawing/2014/main" id="{794C6712-DC28-EED0-59E4-AE1643304553}"/>
              </a:ext>
            </a:extLst>
          </p:cNvPr>
          <p:cNvSpPr txBox="1">
            <a:spLocks/>
          </p:cNvSpPr>
          <p:nvPr userDrawn="1"/>
        </p:nvSpPr>
        <p:spPr>
          <a:xfrm>
            <a:off x="2912323" y="4722481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24" name="TextBox 4923">
            <a:extLst>
              <a:ext uri="{FF2B5EF4-FFF2-40B4-BE49-F238E27FC236}">
                <a16:creationId xmlns:a16="http://schemas.microsoft.com/office/drawing/2014/main" id="{162B5678-76AF-2C53-78AB-8CFDA9A0D430}"/>
              </a:ext>
            </a:extLst>
          </p:cNvPr>
          <p:cNvSpPr txBox="1">
            <a:spLocks/>
          </p:cNvSpPr>
          <p:nvPr userDrawn="1"/>
        </p:nvSpPr>
        <p:spPr>
          <a:xfrm>
            <a:off x="2912323" y="4813689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25" name="TextBox 4924">
            <a:extLst>
              <a:ext uri="{FF2B5EF4-FFF2-40B4-BE49-F238E27FC236}">
                <a16:creationId xmlns:a16="http://schemas.microsoft.com/office/drawing/2014/main" id="{13ED83F9-A4E0-17E7-2530-64B5E39500DA}"/>
              </a:ext>
            </a:extLst>
          </p:cNvPr>
          <p:cNvSpPr txBox="1">
            <a:spLocks/>
          </p:cNvSpPr>
          <p:nvPr userDrawn="1"/>
        </p:nvSpPr>
        <p:spPr>
          <a:xfrm>
            <a:off x="2912322" y="4902747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40/8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26" name="TextBox 4925">
            <a:extLst>
              <a:ext uri="{FF2B5EF4-FFF2-40B4-BE49-F238E27FC236}">
                <a16:creationId xmlns:a16="http://schemas.microsoft.com/office/drawing/2014/main" id="{37419328-D304-774C-38A9-E5C21CBF1956}"/>
              </a:ext>
            </a:extLst>
          </p:cNvPr>
          <p:cNvSpPr txBox="1">
            <a:spLocks/>
          </p:cNvSpPr>
          <p:nvPr userDrawn="1"/>
        </p:nvSpPr>
        <p:spPr>
          <a:xfrm>
            <a:off x="3475732" y="4703279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27" name="TextBox 4926">
            <a:extLst>
              <a:ext uri="{FF2B5EF4-FFF2-40B4-BE49-F238E27FC236}">
                <a16:creationId xmlns:a16="http://schemas.microsoft.com/office/drawing/2014/main" id="{D5FC9134-59CA-C8B2-6E3D-28B31535586E}"/>
              </a:ext>
            </a:extLst>
          </p:cNvPr>
          <p:cNvSpPr txBox="1">
            <a:spLocks/>
          </p:cNvSpPr>
          <p:nvPr userDrawn="1"/>
        </p:nvSpPr>
        <p:spPr>
          <a:xfrm>
            <a:off x="2912322" y="5031362"/>
            <a:ext cx="294427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EtCO2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28" name="TextBox 4927">
            <a:extLst>
              <a:ext uri="{FF2B5EF4-FFF2-40B4-BE49-F238E27FC236}">
                <a16:creationId xmlns:a16="http://schemas.microsoft.com/office/drawing/2014/main" id="{031F4439-FBC4-C672-550E-DFFEC6FC73B9}"/>
              </a:ext>
            </a:extLst>
          </p:cNvPr>
          <p:cNvSpPr txBox="1">
            <a:spLocks/>
          </p:cNvSpPr>
          <p:nvPr userDrawn="1"/>
        </p:nvSpPr>
        <p:spPr>
          <a:xfrm>
            <a:off x="2912323" y="5122569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29" name="TextBox 4928">
            <a:extLst>
              <a:ext uri="{FF2B5EF4-FFF2-40B4-BE49-F238E27FC236}">
                <a16:creationId xmlns:a16="http://schemas.microsoft.com/office/drawing/2014/main" id="{56F1901B-0642-20B7-3F9D-B17B43720A43}"/>
              </a:ext>
            </a:extLst>
          </p:cNvPr>
          <p:cNvSpPr txBox="1">
            <a:spLocks/>
          </p:cNvSpPr>
          <p:nvPr userDrawn="1"/>
        </p:nvSpPr>
        <p:spPr>
          <a:xfrm>
            <a:off x="2912322" y="5211628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80/0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30" name="TextBox 4929">
            <a:extLst>
              <a:ext uri="{FF2B5EF4-FFF2-40B4-BE49-F238E27FC236}">
                <a16:creationId xmlns:a16="http://schemas.microsoft.com/office/drawing/2014/main" id="{7F7BA60C-A074-F01E-61F4-2D3EBA24F099}"/>
              </a:ext>
            </a:extLst>
          </p:cNvPr>
          <p:cNvSpPr txBox="1">
            <a:spLocks/>
          </p:cNvSpPr>
          <p:nvPr userDrawn="1"/>
        </p:nvSpPr>
        <p:spPr>
          <a:xfrm>
            <a:off x="3475732" y="5012159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33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31" name="TextBox 4930">
            <a:extLst>
              <a:ext uri="{FF2B5EF4-FFF2-40B4-BE49-F238E27FC236}">
                <a16:creationId xmlns:a16="http://schemas.microsoft.com/office/drawing/2014/main" id="{054506C6-17B1-A201-EA78-958A8648DD46}"/>
              </a:ext>
            </a:extLst>
          </p:cNvPr>
          <p:cNvSpPr txBox="1">
            <a:spLocks/>
          </p:cNvSpPr>
          <p:nvPr userDrawn="1"/>
        </p:nvSpPr>
        <p:spPr>
          <a:xfrm>
            <a:off x="3924946" y="4722481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Temp1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32" name="TextBox 4931">
            <a:extLst>
              <a:ext uri="{FF2B5EF4-FFF2-40B4-BE49-F238E27FC236}">
                <a16:creationId xmlns:a16="http://schemas.microsoft.com/office/drawing/2014/main" id="{B9B70841-9CCF-6A55-76D0-09F7998A903F}"/>
              </a:ext>
            </a:extLst>
          </p:cNvPr>
          <p:cNvSpPr txBox="1">
            <a:spLocks/>
          </p:cNvSpPr>
          <p:nvPr userDrawn="1"/>
        </p:nvSpPr>
        <p:spPr>
          <a:xfrm>
            <a:off x="3924946" y="4813689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℃</a:t>
            </a:r>
          </a:p>
        </p:txBody>
      </p:sp>
      <p:sp>
        <p:nvSpPr>
          <p:cNvPr id="4933" name="TextBox 4932">
            <a:extLst>
              <a:ext uri="{FF2B5EF4-FFF2-40B4-BE49-F238E27FC236}">
                <a16:creationId xmlns:a16="http://schemas.microsoft.com/office/drawing/2014/main" id="{A5CC6D36-FD98-DAF8-08FB-D5D484624821}"/>
              </a:ext>
            </a:extLst>
          </p:cNvPr>
          <p:cNvSpPr txBox="1">
            <a:spLocks/>
          </p:cNvSpPr>
          <p:nvPr userDrawn="1"/>
        </p:nvSpPr>
        <p:spPr>
          <a:xfrm>
            <a:off x="3924945" y="4902747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41.0/34.0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34" name="TextBox 4933">
            <a:extLst>
              <a:ext uri="{FF2B5EF4-FFF2-40B4-BE49-F238E27FC236}">
                <a16:creationId xmlns:a16="http://schemas.microsoft.com/office/drawing/2014/main" id="{DE9BA319-5D62-03F7-AE2A-AEA5CDC644D2}"/>
              </a:ext>
            </a:extLst>
          </p:cNvPr>
          <p:cNvSpPr txBox="1">
            <a:spLocks/>
          </p:cNvSpPr>
          <p:nvPr userDrawn="1"/>
        </p:nvSpPr>
        <p:spPr>
          <a:xfrm>
            <a:off x="4210050" y="4703279"/>
            <a:ext cx="659855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36.5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35" name="TextBox 4934">
            <a:extLst>
              <a:ext uri="{FF2B5EF4-FFF2-40B4-BE49-F238E27FC236}">
                <a16:creationId xmlns:a16="http://schemas.microsoft.com/office/drawing/2014/main" id="{405E242A-4390-011D-72E4-ECA705DF687A}"/>
              </a:ext>
            </a:extLst>
          </p:cNvPr>
          <p:cNvSpPr txBox="1">
            <a:spLocks/>
          </p:cNvSpPr>
          <p:nvPr userDrawn="1"/>
        </p:nvSpPr>
        <p:spPr>
          <a:xfrm>
            <a:off x="3924945" y="5031362"/>
            <a:ext cx="47074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GAS(Ex/In)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36" name="TextBox 4935">
            <a:extLst>
              <a:ext uri="{FF2B5EF4-FFF2-40B4-BE49-F238E27FC236}">
                <a16:creationId xmlns:a16="http://schemas.microsoft.com/office/drawing/2014/main" id="{48ADC017-6297-61C1-FEC5-4FE64BFA347E}"/>
              </a:ext>
            </a:extLst>
          </p:cNvPr>
          <p:cNvSpPr txBox="1">
            <a:spLocks/>
          </p:cNvSpPr>
          <p:nvPr userDrawn="1"/>
        </p:nvSpPr>
        <p:spPr>
          <a:xfrm>
            <a:off x="3924945" y="5122569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37" name="직사각형 4936">
            <a:extLst>
              <a:ext uri="{FF2B5EF4-FFF2-40B4-BE49-F238E27FC236}">
                <a16:creationId xmlns:a16="http://schemas.microsoft.com/office/drawing/2014/main" id="{AA3BF9D1-C53E-F3E1-63ED-71126DFAF807}"/>
              </a:ext>
            </a:extLst>
          </p:cNvPr>
          <p:cNvSpPr>
            <a:spLocks/>
          </p:cNvSpPr>
          <p:nvPr userDrawn="1"/>
        </p:nvSpPr>
        <p:spPr>
          <a:xfrm>
            <a:off x="2869177" y="4708773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38" name="직사각형 4937">
            <a:extLst>
              <a:ext uri="{FF2B5EF4-FFF2-40B4-BE49-F238E27FC236}">
                <a16:creationId xmlns:a16="http://schemas.microsoft.com/office/drawing/2014/main" id="{974234E8-B2B6-175C-25ED-2B5ECC7AB70D}"/>
              </a:ext>
            </a:extLst>
          </p:cNvPr>
          <p:cNvSpPr>
            <a:spLocks/>
          </p:cNvSpPr>
          <p:nvPr userDrawn="1"/>
        </p:nvSpPr>
        <p:spPr>
          <a:xfrm>
            <a:off x="3878807" y="4708773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39" name="직사각형 4938">
            <a:extLst>
              <a:ext uri="{FF2B5EF4-FFF2-40B4-BE49-F238E27FC236}">
                <a16:creationId xmlns:a16="http://schemas.microsoft.com/office/drawing/2014/main" id="{0BD7A715-7822-149F-EC4F-39EF5DFEA23C}"/>
              </a:ext>
            </a:extLst>
          </p:cNvPr>
          <p:cNvSpPr>
            <a:spLocks/>
          </p:cNvSpPr>
          <p:nvPr userDrawn="1"/>
        </p:nvSpPr>
        <p:spPr>
          <a:xfrm>
            <a:off x="2869177" y="5027042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40" name="직사각형 4939">
            <a:extLst>
              <a:ext uri="{FF2B5EF4-FFF2-40B4-BE49-F238E27FC236}">
                <a16:creationId xmlns:a16="http://schemas.microsoft.com/office/drawing/2014/main" id="{5E560627-F7A1-FFD4-95E9-65ECC357F1C0}"/>
              </a:ext>
            </a:extLst>
          </p:cNvPr>
          <p:cNvSpPr>
            <a:spLocks/>
          </p:cNvSpPr>
          <p:nvPr userDrawn="1"/>
        </p:nvSpPr>
        <p:spPr>
          <a:xfrm>
            <a:off x="3878807" y="5027042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41" name="TextBox 4940">
            <a:extLst>
              <a:ext uri="{FF2B5EF4-FFF2-40B4-BE49-F238E27FC236}">
                <a16:creationId xmlns:a16="http://schemas.microsoft.com/office/drawing/2014/main" id="{B76F08D5-3657-A2FC-B894-C0BB3700343B}"/>
              </a:ext>
            </a:extLst>
          </p:cNvPr>
          <p:cNvSpPr txBox="1">
            <a:spLocks/>
          </p:cNvSpPr>
          <p:nvPr userDrawn="1"/>
        </p:nvSpPr>
        <p:spPr>
          <a:xfrm>
            <a:off x="4093839" y="4083929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42" name="TextBox 4941">
            <a:extLst>
              <a:ext uri="{FF2B5EF4-FFF2-40B4-BE49-F238E27FC236}">
                <a16:creationId xmlns:a16="http://schemas.microsoft.com/office/drawing/2014/main" id="{C82FBC38-0BDD-DE9A-405C-6638B86F8B08}"/>
              </a:ext>
            </a:extLst>
          </p:cNvPr>
          <p:cNvSpPr txBox="1">
            <a:spLocks/>
          </p:cNvSpPr>
          <p:nvPr userDrawn="1"/>
        </p:nvSpPr>
        <p:spPr>
          <a:xfrm>
            <a:off x="4125080" y="4251225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43" name="TextBox 4942">
            <a:extLst>
              <a:ext uri="{FF2B5EF4-FFF2-40B4-BE49-F238E27FC236}">
                <a16:creationId xmlns:a16="http://schemas.microsoft.com/office/drawing/2014/main" id="{CD24D971-D002-6C35-A437-337C68EFC153}"/>
              </a:ext>
            </a:extLst>
          </p:cNvPr>
          <p:cNvSpPr txBox="1"/>
          <p:nvPr userDrawn="1"/>
        </p:nvSpPr>
        <p:spPr>
          <a:xfrm>
            <a:off x="95649" y="4431351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PLETH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944" name="그림 4943">
            <a:extLst>
              <a:ext uri="{FF2B5EF4-FFF2-40B4-BE49-F238E27FC236}">
                <a16:creationId xmlns:a16="http://schemas.microsoft.com/office/drawing/2014/main" id="{85C6CF43-C75D-779D-BE6E-ACA08D98603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653" y="4544049"/>
            <a:ext cx="2803479" cy="165551"/>
          </a:xfrm>
          <a:prstGeom prst="rect">
            <a:avLst/>
          </a:prstGeom>
        </p:spPr>
      </p:pic>
      <p:sp>
        <p:nvSpPr>
          <p:cNvPr id="4945" name="TextBox 4944">
            <a:extLst>
              <a:ext uri="{FF2B5EF4-FFF2-40B4-BE49-F238E27FC236}">
                <a16:creationId xmlns:a16="http://schemas.microsoft.com/office/drawing/2014/main" id="{0D273D01-326A-A2A5-B9CD-C5492F80A998}"/>
              </a:ext>
            </a:extLst>
          </p:cNvPr>
          <p:cNvSpPr txBox="1">
            <a:spLocks/>
          </p:cNvSpPr>
          <p:nvPr userDrawn="1"/>
        </p:nvSpPr>
        <p:spPr>
          <a:xfrm>
            <a:off x="3924945" y="5225511"/>
            <a:ext cx="47374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N2O: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46" name="TextBox 4945">
            <a:extLst>
              <a:ext uri="{FF2B5EF4-FFF2-40B4-BE49-F238E27FC236}">
                <a16:creationId xmlns:a16="http://schemas.microsoft.com/office/drawing/2014/main" id="{42440952-F30B-E1E2-5F23-DB5329BCAC83}"/>
              </a:ext>
            </a:extLst>
          </p:cNvPr>
          <p:cNvSpPr txBox="1">
            <a:spLocks/>
          </p:cNvSpPr>
          <p:nvPr userDrawn="1"/>
        </p:nvSpPr>
        <p:spPr>
          <a:xfrm>
            <a:off x="4459859" y="5135441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SEV: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47" name="TextBox 4946">
            <a:extLst>
              <a:ext uri="{FF2B5EF4-FFF2-40B4-BE49-F238E27FC236}">
                <a16:creationId xmlns:a16="http://schemas.microsoft.com/office/drawing/2014/main" id="{EF24D748-251A-73CE-EB84-CE1D42AD330D}"/>
              </a:ext>
            </a:extLst>
          </p:cNvPr>
          <p:cNvSpPr txBox="1">
            <a:spLocks/>
          </p:cNvSpPr>
          <p:nvPr userDrawn="1"/>
        </p:nvSpPr>
        <p:spPr>
          <a:xfrm>
            <a:off x="4459859" y="5225511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DES: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48" name="TextBox 4947">
            <a:extLst>
              <a:ext uri="{FF2B5EF4-FFF2-40B4-BE49-F238E27FC236}">
                <a16:creationId xmlns:a16="http://schemas.microsoft.com/office/drawing/2014/main" id="{C3D98700-1BBB-B725-5195-5539B267C822}"/>
              </a:ext>
            </a:extLst>
          </p:cNvPr>
          <p:cNvSpPr txBox="1">
            <a:spLocks/>
          </p:cNvSpPr>
          <p:nvPr userDrawn="1"/>
        </p:nvSpPr>
        <p:spPr>
          <a:xfrm>
            <a:off x="4459859" y="5053064"/>
            <a:ext cx="42955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50" name="TextBox 4949">
            <a:extLst>
              <a:ext uri="{FF2B5EF4-FFF2-40B4-BE49-F238E27FC236}">
                <a16:creationId xmlns:a16="http://schemas.microsoft.com/office/drawing/2014/main" id="{37549747-71DD-A61F-8E9D-A59951E12826}"/>
              </a:ext>
            </a:extLst>
          </p:cNvPr>
          <p:cNvSpPr txBox="1"/>
          <p:nvPr userDrawn="1"/>
        </p:nvSpPr>
        <p:spPr>
          <a:xfrm>
            <a:off x="95649" y="4737042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RESP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4951" name="그림 4950">
            <a:extLst>
              <a:ext uri="{FF2B5EF4-FFF2-40B4-BE49-F238E27FC236}">
                <a16:creationId xmlns:a16="http://schemas.microsoft.com/office/drawing/2014/main" id="{FA88AB65-25F6-FB55-5D81-78860FC1D04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4653" y="4849742"/>
            <a:ext cx="1648849" cy="124293"/>
          </a:xfrm>
          <a:prstGeom prst="rect">
            <a:avLst/>
          </a:prstGeom>
        </p:spPr>
      </p:pic>
      <p:sp>
        <p:nvSpPr>
          <p:cNvPr id="4952" name="TextBox 4951">
            <a:extLst>
              <a:ext uri="{FF2B5EF4-FFF2-40B4-BE49-F238E27FC236}">
                <a16:creationId xmlns:a16="http://schemas.microsoft.com/office/drawing/2014/main" id="{3570E16D-5753-7EF4-54D8-BA0E2E8FB1C0}"/>
              </a:ext>
            </a:extLst>
          </p:cNvPr>
          <p:cNvSpPr txBox="1"/>
          <p:nvPr userDrawn="1"/>
        </p:nvSpPr>
        <p:spPr>
          <a:xfrm>
            <a:off x="95649" y="5042734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CAPNO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953" name="그림 4952">
            <a:extLst>
              <a:ext uri="{FF2B5EF4-FFF2-40B4-BE49-F238E27FC236}">
                <a16:creationId xmlns:a16="http://schemas.microsoft.com/office/drawing/2014/main" id="{C15B974C-2486-1484-C66F-5A9DE37E6E21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grayscl/>
            <a:alphaModFix amt="70000"/>
          </a:blip>
          <a:srcRect/>
          <a:stretch/>
        </p:blipFill>
        <p:spPr>
          <a:xfrm>
            <a:off x="64653" y="5155432"/>
            <a:ext cx="2803480" cy="165551"/>
          </a:xfrm>
          <a:prstGeom prst="rect">
            <a:avLst/>
          </a:prstGeom>
        </p:spPr>
      </p:pic>
      <p:pic>
        <p:nvPicPr>
          <p:cNvPr id="4954" name="그림 4953">
            <a:extLst>
              <a:ext uri="{FF2B5EF4-FFF2-40B4-BE49-F238E27FC236}">
                <a16:creationId xmlns:a16="http://schemas.microsoft.com/office/drawing/2014/main" id="{C7AD7752-30F7-2D6D-2F85-76B88224B37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9973"/>
          <a:stretch/>
        </p:blipFill>
        <p:spPr>
          <a:xfrm>
            <a:off x="1713501" y="4849742"/>
            <a:ext cx="1154632" cy="124293"/>
          </a:xfrm>
          <a:prstGeom prst="rect">
            <a:avLst/>
          </a:prstGeom>
        </p:spPr>
      </p:pic>
      <p:sp>
        <p:nvSpPr>
          <p:cNvPr id="4955" name="직사각형 4954">
            <a:extLst>
              <a:ext uri="{FF2B5EF4-FFF2-40B4-BE49-F238E27FC236}">
                <a16:creationId xmlns:a16="http://schemas.microsoft.com/office/drawing/2014/main" id="{6C4B8492-E300-01F5-0BAC-FE93281355D1}"/>
              </a:ext>
            </a:extLst>
          </p:cNvPr>
          <p:cNvSpPr/>
          <p:nvPr userDrawn="1"/>
        </p:nvSpPr>
        <p:spPr>
          <a:xfrm>
            <a:off x="96636" y="4844713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56" name="TextBox 4955">
            <a:extLst>
              <a:ext uri="{FF2B5EF4-FFF2-40B4-BE49-F238E27FC236}">
                <a16:creationId xmlns:a16="http://schemas.microsoft.com/office/drawing/2014/main" id="{63145216-C693-DD0B-291E-4597F29CA89E}"/>
              </a:ext>
            </a:extLst>
          </p:cNvPr>
          <p:cNvSpPr txBox="1"/>
          <p:nvPr userDrawn="1"/>
        </p:nvSpPr>
        <p:spPr>
          <a:xfrm>
            <a:off x="94277" y="4968891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1Ω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825" name="사각형: 둥근 모서리 4824">
            <a:extLst>
              <a:ext uri="{FF2B5EF4-FFF2-40B4-BE49-F238E27FC236}">
                <a16:creationId xmlns:a16="http://schemas.microsoft.com/office/drawing/2014/main" id="{42844481-5B9E-55B7-B00D-07DC4AC590E6}"/>
              </a:ext>
            </a:extLst>
          </p:cNvPr>
          <p:cNvSpPr/>
          <p:nvPr userDrawn="1"/>
        </p:nvSpPr>
        <p:spPr>
          <a:xfrm>
            <a:off x="4889166" y="3884220"/>
            <a:ext cx="698958" cy="18119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826" name="TextBox 4825">
            <a:extLst>
              <a:ext uri="{FF2B5EF4-FFF2-40B4-BE49-F238E27FC236}">
                <a16:creationId xmlns:a16="http://schemas.microsoft.com/office/drawing/2014/main" id="{74675739-74D4-40E9-75BF-5AA9CF4D3D72}"/>
              </a:ext>
            </a:extLst>
          </p:cNvPr>
          <p:cNvSpPr txBox="1"/>
          <p:nvPr userDrawn="1"/>
        </p:nvSpPr>
        <p:spPr>
          <a:xfrm>
            <a:off x="4964085" y="3904632"/>
            <a:ext cx="549119" cy="140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BED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07</a:t>
            </a:r>
            <a:endParaRPr lang="ko-KR" altLang="en-US" sz="9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827" name="TextBox 4826">
            <a:extLst>
              <a:ext uri="{FF2B5EF4-FFF2-40B4-BE49-F238E27FC236}">
                <a16:creationId xmlns:a16="http://schemas.microsoft.com/office/drawing/2014/main" id="{430C671A-8DE5-CABF-001B-F232E0318DD4}"/>
              </a:ext>
            </a:extLst>
          </p:cNvPr>
          <p:cNvSpPr txBox="1"/>
          <p:nvPr userDrawn="1"/>
        </p:nvSpPr>
        <p:spPr>
          <a:xfrm>
            <a:off x="5773896" y="3920228"/>
            <a:ext cx="120263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Hong Gil Dong, 20461445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828" name="그래픽 4827" descr="벨소리 단색으로 채워진">
            <a:extLst>
              <a:ext uri="{FF2B5EF4-FFF2-40B4-BE49-F238E27FC236}">
                <a16:creationId xmlns:a16="http://schemas.microsoft.com/office/drawing/2014/main" id="{BDE42ACF-5AFB-E3D0-F3AE-B7B9D41384F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1476" y="3914912"/>
            <a:ext cx="118270" cy="119809"/>
          </a:xfrm>
          <a:prstGeom prst="rect">
            <a:avLst/>
          </a:prstGeom>
        </p:spPr>
      </p:pic>
      <p:sp>
        <p:nvSpPr>
          <p:cNvPr id="4829" name="TextBox 4828">
            <a:extLst>
              <a:ext uri="{FF2B5EF4-FFF2-40B4-BE49-F238E27FC236}">
                <a16:creationId xmlns:a16="http://schemas.microsoft.com/office/drawing/2014/main" id="{C7B220F6-A3A3-4480-4BC8-91A42555E328}"/>
              </a:ext>
            </a:extLst>
          </p:cNvPr>
          <p:cNvSpPr txBox="1">
            <a:spLocks/>
          </p:cNvSpPr>
          <p:nvPr userDrawn="1"/>
        </p:nvSpPr>
        <p:spPr>
          <a:xfrm>
            <a:off x="4920160" y="4075549"/>
            <a:ext cx="27052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LEAD Ⅱ 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830" name="TextBox 4829">
            <a:extLst>
              <a:ext uri="{FF2B5EF4-FFF2-40B4-BE49-F238E27FC236}">
                <a16:creationId xmlns:a16="http://schemas.microsoft.com/office/drawing/2014/main" id="{C04A81D8-C64C-6FB5-4DA2-D428DA44EEF5}"/>
              </a:ext>
            </a:extLst>
          </p:cNvPr>
          <p:cNvSpPr txBox="1">
            <a:spLocks/>
          </p:cNvSpPr>
          <p:nvPr userDrawn="1"/>
        </p:nvSpPr>
        <p:spPr>
          <a:xfrm>
            <a:off x="7736834" y="4082203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31" name="TextBox 4830">
            <a:extLst>
              <a:ext uri="{FF2B5EF4-FFF2-40B4-BE49-F238E27FC236}">
                <a16:creationId xmlns:a16="http://schemas.microsoft.com/office/drawing/2014/main" id="{42F7B6D9-2670-A3C9-336E-D36355717AB5}"/>
              </a:ext>
            </a:extLst>
          </p:cNvPr>
          <p:cNvSpPr txBox="1">
            <a:spLocks/>
          </p:cNvSpPr>
          <p:nvPr userDrawn="1"/>
        </p:nvSpPr>
        <p:spPr>
          <a:xfrm>
            <a:off x="7736834" y="417341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32" name="TextBox 4831">
            <a:extLst>
              <a:ext uri="{FF2B5EF4-FFF2-40B4-BE49-F238E27FC236}">
                <a16:creationId xmlns:a16="http://schemas.microsoft.com/office/drawing/2014/main" id="{726EDA8A-5F1A-543A-02A9-379D98B21759}"/>
              </a:ext>
            </a:extLst>
          </p:cNvPr>
          <p:cNvSpPr txBox="1">
            <a:spLocks/>
          </p:cNvSpPr>
          <p:nvPr userDrawn="1"/>
        </p:nvSpPr>
        <p:spPr>
          <a:xfrm>
            <a:off x="7736833" y="4262469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33" name="TextBox 4832">
            <a:extLst>
              <a:ext uri="{FF2B5EF4-FFF2-40B4-BE49-F238E27FC236}">
                <a16:creationId xmlns:a16="http://schemas.microsoft.com/office/drawing/2014/main" id="{F2DEA39D-D4EF-9256-FAF8-0FA9944FF709}"/>
              </a:ext>
            </a:extLst>
          </p:cNvPr>
          <p:cNvSpPr txBox="1">
            <a:spLocks/>
          </p:cNvSpPr>
          <p:nvPr userDrawn="1"/>
        </p:nvSpPr>
        <p:spPr>
          <a:xfrm>
            <a:off x="8300243" y="4065414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60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34" name="TextBox 4833">
            <a:extLst>
              <a:ext uri="{FF2B5EF4-FFF2-40B4-BE49-F238E27FC236}">
                <a16:creationId xmlns:a16="http://schemas.microsoft.com/office/drawing/2014/main" id="{AAC14603-636F-23A1-7825-F554F0CA4869}"/>
              </a:ext>
            </a:extLst>
          </p:cNvPr>
          <p:cNvSpPr txBox="1">
            <a:spLocks/>
          </p:cNvSpPr>
          <p:nvPr userDrawn="1"/>
        </p:nvSpPr>
        <p:spPr>
          <a:xfrm>
            <a:off x="7736834" y="4393497"/>
            <a:ext cx="25235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SpO2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35" name="TextBox 4834">
            <a:extLst>
              <a:ext uri="{FF2B5EF4-FFF2-40B4-BE49-F238E27FC236}">
                <a16:creationId xmlns:a16="http://schemas.microsoft.com/office/drawing/2014/main" id="{5122C938-5476-F07F-DCD1-58636456BA12}"/>
              </a:ext>
            </a:extLst>
          </p:cNvPr>
          <p:cNvSpPr txBox="1">
            <a:spLocks/>
          </p:cNvSpPr>
          <p:nvPr userDrawn="1"/>
        </p:nvSpPr>
        <p:spPr>
          <a:xfrm>
            <a:off x="7736834" y="4484704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36" name="TextBox 4835">
            <a:extLst>
              <a:ext uri="{FF2B5EF4-FFF2-40B4-BE49-F238E27FC236}">
                <a16:creationId xmlns:a16="http://schemas.microsoft.com/office/drawing/2014/main" id="{F8235B3F-E726-0F17-780B-AAFC3B56BDA4}"/>
              </a:ext>
            </a:extLst>
          </p:cNvPr>
          <p:cNvSpPr txBox="1">
            <a:spLocks/>
          </p:cNvSpPr>
          <p:nvPr userDrawn="1"/>
        </p:nvSpPr>
        <p:spPr>
          <a:xfrm>
            <a:off x="7736833" y="4573763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100/50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37" name="TextBox 4836">
            <a:extLst>
              <a:ext uri="{FF2B5EF4-FFF2-40B4-BE49-F238E27FC236}">
                <a16:creationId xmlns:a16="http://schemas.microsoft.com/office/drawing/2014/main" id="{10F01CAB-34E6-8099-254B-29843541F48E}"/>
              </a:ext>
            </a:extLst>
          </p:cNvPr>
          <p:cNvSpPr txBox="1">
            <a:spLocks/>
          </p:cNvSpPr>
          <p:nvPr userDrawn="1"/>
        </p:nvSpPr>
        <p:spPr>
          <a:xfrm>
            <a:off x="8300243" y="4374294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98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38" name="TextBox 4837">
            <a:extLst>
              <a:ext uri="{FF2B5EF4-FFF2-40B4-BE49-F238E27FC236}">
                <a16:creationId xmlns:a16="http://schemas.microsoft.com/office/drawing/2014/main" id="{C4A33420-2C4A-806A-E291-46388D3CA9C1}"/>
              </a:ext>
            </a:extLst>
          </p:cNvPr>
          <p:cNvSpPr txBox="1">
            <a:spLocks/>
          </p:cNvSpPr>
          <p:nvPr userDrawn="1"/>
        </p:nvSpPr>
        <p:spPr>
          <a:xfrm>
            <a:off x="8749457" y="4082203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ABP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39" name="TextBox 4838">
            <a:extLst>
              <a:ext uri="{FF2B5EF4-FFF2-40B4-BE49-F238E27FC236}">
                <a16:creationId xmlns:a16="http://schemas.microsoft.com/office/drawing/2014/main" id="{EB7CD61E-8251-1BA5-D8F3-AA7FF08F3D36}"/>
              </a:ext>
            </a:extLst>
          </p:cNvPr>
          <p:cNvSpPr txBox="1">
            <a:spLocks/>
          </p:cNvSpPr>
          <p:nvPr userDrawn="1"/>
        </p:nvSpPr>
        <p:spPr>
          <a:xfrm>
            <a:off x="8749457" y="417341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41" name="TextBox 4840">
            <a:extLst>
              <a:ext uri="{FF2B5EF4-FFF2-40B4-BE49-F238E27FC236}">
                <a16:creationId xmlns:a16="http://schemas.microsoft.com/office/drawing/2014/main" id="{04440634-B8F2-9BB0-5AAE-4A5C839FB469}"/>
              </a:ext>
            </a:extLst>
          </p:cNvPr>
          <p:cNvSpPr txBox="1">
            <a:spLocks/>
          </p:cNvSpPr>
          <p:nvPr userDrawn="1"/>
        </p:nvSpPr>
        <p:spPr>
          <a:xfrm>
            <a:off x="8749456" y="4393497"/>
            <a:ext cx="265946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ART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42" name="TextBox 4841">
            <a:extLst>
              <a:ext uri="{FF2B5EF4-FFF2-40B4-BE49-F238E27FC236}">
                <a16:creationId xmlns:a16="http://schemas.microsoft.com/office/drawing/2014/main" id="{E3B66F65-07CA-483E-8A07-AAC71A2447C5}"/>
              </a:ext>
            </a:extLst>
          </p:cNvPr>
          <p:cNvSpPr txBox="1">
            <a:spLocks/>
          </p:cNvSpPr>
          <p:nvPr userDrawn="1"/>
        </p:nvSpPr>
        <p:spPr>
          <a:xfrm>
            <a:off x="8749456" y="4484704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44" name="TextBox 4843">
            <a:extLst>
              <a:ext uri="{FF2B5EF4-FFF2-40B4-BE49-F238E27FC236}">
                <a16:creationId xmlns:a16="http://schemas.microsoft.com/office/drawing/2014/main" id="{30DACABA-F3C8-6748-F3C8-D12EDC8ACCAF}"/>
              </a:ext>
            </a:extLst>
          </p:cNvPr>
          <p:cNvSpPr txBox="1">
            <a:spLocks/>
          </p:cNvSpPr>
          <p:nvPr userDrawn="1"/>
        </p:nvSpPr>
        <p:spPr>
          <a:xfrm>
            <a:off x="8918350" y="4404561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45" name="TextBox 4844">
            <a:extLst>
              <a:ext uri="{FF2B5EF4-FFF2-40B4-BE49-F238E27FC236}">
                <a16:creationId xmlns:a16="http://schemas.microsoft.com/office/drawing/2014/main" id="{D60D5987-6DB5-F70C-F0E7-45AA63D7B06D}"/>
              </a:ext>
            </a:extLst>
          </p:cNvPr>
          <p:cNvSpPr txBox="1">
            <a:spLocks/>
          </p:cNvSpPr>
          <p:nvPr userDrawn="1"/>
        </p:nvSpPr>
        <p:spPr>
          <a:xfrm>
            <a:off x="8949591" y="4571857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4846" name="그림 4845">
            <a:extLst>
              <a:ext uri="{FF2B5EF4-FFF2-40B4-BE49-F238E27FC236}">
                <a16:creationId xmlns:a16="http://schemas.microsoft.com/office/drawing/2014/main" id="{9A4B602A-C576-B52B-F509-821931F065B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47252" y="4141077"/>
            <a:ext cx="673479" cy="171703"/>
          </a:xfrm>
          <a:prstGeom prst="rect">
            <a:avLst/>
          </a:prstGeom>
          <a:noFill/>
        </p:spPr>
      </p:pic>
      <p:pic>
        <p:nvPicPr>
          <p:cNvPr id="4847" name="그림 4846">
            <a:extLst>
              <a:ext uri="{FF2B5EF4-FFF2-40B4-BE49-F238E27FC236}">
                <a16:creationId xmlns:a16="http://schemas.microsoft.com/office/drawing/2014/main" id="{E9939E2E-CD32-7B23-BC43-FAB1D5409F3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820732" y="4141077"/>
            <a:ext cx="673479" cy="171703"/>
          </a:xfrm>
          <a:prstGeom prst="rect">
            <a:avLst/>
          </a:prstGeom>
          <a:noFill/>
        </p:spPr>
      </p:pic>
      <p:pic>
        <p:nvPicPr>
          <p:cNvPr id="4848" name="그림 4847">
            <a:extLst>
              <a:ext uri="{FF2B5EF4-FFF2-40B4-BE49-F238E27FC236}">
                <a16:creationId xmlns:a16="http://schemas.microsoft.com/office/drawing/2014/main" id="{AA93A2F5-0193-6512-FB3C-26DA44F46F3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3100" y="4141077"/>
            <a:ext cx="673479" cy="171703"/>
          </a:xfrm>
          <a:prstGeom prst="rect">
            <a:avLst/>
          </a:prstGeom>
          <a:noFill/>
        </p:spPr>
      </p:pic>
      <p:pic>
        <p:nvPicPr>
          <p:cNvPr id="4849" name="그림 4848">
            <a:extLst>
              <a:ext uri="{FF2B5EF4-FFF2-40B4-BE49-F238E27FC236}">
                <a16:creationId xmlns:a16="http://schemas.microsoft.com/office/drawing/2014/main" id="{B3C261C8-B151-C528-6CE3-511200E8C9B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43916" r="22170"/>
          <a:stretch/>
        </p:blipFill>
        <p:spPr>
          <a:xfrm>
            <a:off x="4918876" y="4141077"/>
            <a:ext cx="228401" cy="171703"/>
          </a:xfrm>
          <a:prstGeom prst="rect">
            <a:avLst/>
          </a:prstGeom>
          <a:noFill/>
        </p:spPr>
      </p:pic>
      <p:pic>
        <p:nvPicPr>
          <p:cNvPr id="4850" name="그림 4849">
            <a:extLst>
              <a:ext uri="{FF2B5EF4-FFF2-40B4-BE49-F238E27FC236}">
                <a16:creationId xmlns:a16="http://schemas.microsoft.com/office/drawing/2014/main" id="{B28332DF-C4CC-037D-DBAD-FA82DD3F239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2170"/>
          <a:stretch/>
        </p:blipFill>
        <p:spPr>
          <a:xfrm>
            <a:off x="7164592" y="4141077"/>
            <a:ext cx="524168" cy="171703"/>
          </a:xfrm>
          <a:prstGeom prst="rect">
            <a:avLst/>
          </a:prstGeom>
          <a:noFill/>
        </p:spPr>
      </p:pic>
      <p:sp>
        <p:nvSpPr>
          <p:cNvPr id="4851" name="직사각형 4850">
            <a:extLst>
              <a:ext uri="{FF2B5EF4-FFF2-40B4-BE49-F238E27FC236}">
                <a16:creationId xmlns:a16="http://schemas.microsoft.com/office/drawing/2014/main" id="{24027A51-691E-14CF-07B4-6126071E167F}"/>
              </a:ext>
            </a:extLst>
          </p:cNvPr>
          <p:cNvSpPr/>
          <p:nvPr userDrawn="1"/>
        </p:nvSpPr>
        <p:spPr>
          <a:xfrm>
            <a:off x="4921147" y="4182370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52" name="TextBox 4851">
            <a:extLst>
              <a:ext uri="{FF2B5EF4-FFF2-40B4-BE49-F238E27FC236}">
                <a16:creationId xmlns:a16="http://schemas.microsoft.com/office/drawing/2014/main" id="{F06523D4-94A5-2CB4-B741-CBEB878348A8}"/>
              </a:ext>
            </a:extLst>
          </p:cNvPr>
          <p:cNvSpPr txBox="1"/>
          <p:nvPr userDrawn="1"/>
        </p:nvSpPr>
        <p:spPr>
          <a:xfrm>
            <a:off x="4918788" y="4318126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1mV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853" name="직사각형 4852">
            <a:extLst>
              <a:ext uri="{FF2B5EF4-FFF2-40B4-BE49-F238E27FC236}">
                <a16:creationId xmlns:a16="http://schemas.microsoft.com/office/drawing/2014/main" id="{13104351-399B-0E83-ABF8-83A2CBB84200}"/>
              </a:ext>
            </a:extLst>
          </p:cNvPr>
          <p:cNvSpPr>
            <a:spLocks/>
          </p:cNvSpPr>
          <p:nvPr userDrawn="1"/>
        </p:nvSpPr>
        <p:spPr>
          <a:xfrm>
            <a:off x="7693688" y="4068494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54" name="직사각형 4853">
            <a:extLst>
              <a:ext uri="{FF2B5EF4-FFF2-40B4-BE49-F238E27FC236}">
                <a16:creationId xmlns:a16="http://schemas.microsoft.com/office/drawing/2014/main" id="{DA9E071F-5E0C-537F-B28F-99827A47BCA6}"/>
              </a:ext>
            </a:extLst>
          </p:cNvPr>
          <p:cNvSpPr>
            <a:spLocks/>
          </p:cNvSpPr>
          <p:nvPr userDrawn="1"/>
        </p:nvSpPr>
        <p:spPr>
          <a:xfrm>
            <a:off x="8703318" y="4068494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55" name="직사각형 4854">
            <a:extLst>
              <a:ext uri="{FF2B5EF4-FFF2-40B4-BE49-F238E27FC236}">
                <a16:creationId xmlns:a16="http://schemas.microsoft.com/office/drawing/2014/main" id="{0E9741B0-130A-2189-4365-1185AEA155F5}"/>
              </a:ext>
            </a:extLst>
          </p:cNvPr>
          <p:cNvSpPr>
            <a:spLocks/>
          </p:cNvSpPr>
          <p:nvPr userDrawn="1"/>
        </p:nvSpPr>
        <p:spPr>
          <a:xfrm>
            <a:off x="7693688" y="4389177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56" name="직사각형 4855">
            <a:extLst>
              <a:ext uri="{FF2B5EF4-FFF2-40B4-BE49-F238E27FC236}">
                <a16:creationId xmlns:a16="http://schemas.microsoft.com/office/drawing/2014/main" id="{1417DEFF-789A-EE8E-5193-4106FD7BC941}"/>
              </a:ext>
            </a:extLst>
          </p:cNvPr>
          <p:cNvSpPr>
            <a:spLocks/>
          </p:cNvSpPr>
          <p:nvPr userDrawn="1"/>
        </p:nvSpPr>
        <p:spPr>
          <a:xfrm>
            <a:off x="8703318" y="4389177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57" name="TextBox 4856">
            <a:extLst>
              <a:ext uri="{FF2B5EF4-FFF2-40B4-BE49-F238E27FC236}">
                <a16:creationId xmlns:a16="http://schemas.microsoft.com/office/drawing/2014/main" id="{A6231C60-5E79-66EC-C2B0-862E66A5762E}"/>
              </a:ext>
            </a:extLst>
          </p:cNvPr>
          <p:cNvSpPr txBox="1">
            <a:spLocks/>
          </p:cNvSpPr>
          <p:nvPr userDrawn="1"/>
        </p:nvSpPr>
        <p:spPr>
          <a:xfrm>
            <a:off x="7736834" y="4722481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58" name="TextBox 4857">
            <a:extLst>
              <a:ext uri="{FF2B5EF4-FFF2-40B4-BE49-F238E27FC236}">
                <a16:creationId xmlns:a16="http://schemas.microsoft.com/office/drawing/2014/main" id="{4C52ADEB-4414-E09D-F012-B5DABABDDF27}"/>
              </a:ext>
            </a:extLst>
          </p:cNvPr>
          <p:cNvSpPr txBox="1">
            <a:spLocks/>
          </p:cNvSpPr>
          <p:nvPr userDrawn="1"/>
        </p:nvSpPr>
        <p:spPr>
          <a:xfrm>
            <a:off x="7736834" y="4813689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59" name="TextBox 4858">
            <a:extLst>
              <a:ext uri="{FF2B5EF4-FFF2-40B4-BE49-F238E27FC236}">
                <a16:creationId xmlns:a16="http://schemas.microsoft.com/office/drawing/2014/main" id="{7A3EBAB1-8121-2931-F895-80D44536937A}"/>
              </a:ext>
            </a:extLst>
          </p:cNvPr>
          <p:cNvSpPr txBox="1">
            <a:spLocks/>
          </p:cNvSpPr>
          <p:nvPr userDrawn="1"/>
        </p:nvSpPr>
        <p:spPr>
          <a:xfrm>
            <a:off x="7736833" y="4902747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40/8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60" name="TextBox 4859">
            <a:extLst>
              <a:ext uri="{FF2B5EF4-FFF2-40B4-BE49-F238E27FC236}">
                <a16:creationId xmlns:a16="http://schemas.microsoft.com/office/drawing/2014/main" id="{878CF8D5-F14F-84F9-5888-664F14058952}"/>
              </a:ext>
            </a:extLst>
          </p:cNvPr>
          <p:cNvSpPr txBox="1">
            <a:spLocks/>
          </p:cNvSpPr>
          <p:nvPr userDrawn="1"/>
        </p:nvSpPr>
        <p:spPr>
          <a:xfrm>
            <a:off x="8300243" y="4703279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61" name="TextBox 4860">
            <a:extLst>
              <a:ext uri="{FF2B5EF4-FFF2-40B4-BE49-F238E27FC236}">
                <a16:creationId xmlns:a16="http://schemas.microsoft.com/office/drawing/2014/main" id="{7E398DDC-627C-18B0-BF5B-F2C7C252D2D7}"/>
              </a:ext>
            </a:extLst>
          </p:cNvPr>
          <p:cNvSpPr txBox="1">
            <a:spLocks/>
          </p:cNvSpPr>
          <p:nvPr userDrawn="1"/>
        </p:nvSpPr>
        <p:spPr>
          <a:xfrm>
            <a:off x="7736833" y="5031362"/>
            <a:ext cx="294427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EtCO2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62" name="TextBox 4861">
            <a:extLst>
              <a:ext uri="{FF2B5EF4-FFF2-40B4-BE49-F238E27FC236}">
                <a16:creationId xmlns:a16="http://schemas.microsoft.com/office/drawing/2014/main" id="{EB3CF98B-23EA-30FB-DEFA-28C236A812C0}"/>
              </a:ext>
            </a:extLst>
          </p:cNvPr>
          <p:cNvSpPr txBox="1">
            <a:spLocks/>
          </p:cNvSpPr>
          <p:nvPr userDrawn="1"/>
        </p:nvSpPr>
        <p:spPr>
          <a:xfrm>
            <a:off x="7736834" y="5122569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63" name="TextBox 4862">
            <a:extLst>
              <a:ext uri="{FF2B5EF4-FFF2-40B4-BE49-F238E27FC236}">
                <a16:creationId xmlns:a16="http://schemas.microsoft.com/office/drawing/2014/main" id="{4ADED8C3-A54A-5790-967C-B9B529CAD5ED}"/>
              </a:ext>
            </a:extLst>
          </p:cNvPr>
          <p:cNvSpPr txBox="1">
            <a:spLocks/>
          </p:cNvSpPr>
          <p:nvPr userDrawn="1"/>
        </p:nvSpPr>
        <p:spPr>
          <a:xfrm>
            <a:off x="7736833" y="5211628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80/0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64" name="TextBox 4863">
            <a:extLst>
              <a:ext uri="{FF2B5EF4-FFF2-40B4-BE49-F238E27FC236}">
                <a16:creationId xmlns:a16="http://schemas.microsoft.com/office/drawing/2014/main" id="{BADA4E55-F28A-0814-5244-07D109C02CD3}"/>
              </a:ext>
            </a:extLst>
          </p:cNvPr>
          <p:cNvSpPr txBox="1">
            <a:spLocks/>
          </p:cNvSpPr>
          <p:nvPr userDrawn="1"/>
        </p:nvSpPr>
        <p:spPr>
          <a:xfrm>
            <a:off x="8300243" y="5012159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33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65" name="TextBox 4864">
            <a:extLst>
              <a:ext uri="{FF2B5EF4-FFF2-40B4-BE49-F238E27FC236}">
                <a16:creationId xmlns:a16="http://schemas.microsoft.com/office/drawing/2014/main" id="{FBD02CA2-9ACF-E76B-16B3-604E5D5B5790}"/>
              </a:ext>
            </a:extLst>
          </p:cNvPr>
          <p:cNvSpPr txBox="1">
            <a:spLocks/>
          </p:cNvSpPr>
          <p:nvPr userDrawn="1"/>
        </p:nvSpPr>
        <p:spPr>
          <a:xfrm>
            <a:off x="8749457" y="4722481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Temp1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66" name="TextBox 4865">
            <a:extLst>
              <a:ext uri="{FF2B5EF4-FFF2-40B4-BE49-F238E27FC236}">
                <a16:creationId xmlns:a16="http://schemas.microsoft.com/office/drawing/2014/main" id="{775B8912-15E0-B62E-3B48-C8DACF6342EF}"/>
              </a:ext>
            </a:extLst>
          </p:cNvPr>
          <p:cNvSpPr txBox="1">
            <a:spLocks/>
          </p:cNvSpPr>
          <p:nvPr userDrawn="1"/>
        </p:nvSpPr>
        <p:spPr>
          <a:xfrm>
            <a:off x="8749457" y="4813689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℃</a:t>
            </a:r>
          </a:p>
        </p:txBody>
      </p:sp>
      <p:sp>
        <p:nvSpPr>
          <p:cNvPr id="4867" name="TextBox 4866">
            <a:extLst>
              <a:ext uri="{FF2B5EF4-FFF2-40B4-BE49-F238E27FC236}">
                <a16:creationId xmlns:a16="http://schemas.microsoft.com/office/drawing/2014/main" id="{BBD35C2D-849B-45E2-871E-1D05DC0546EC}"/>
              </a:ext>
            </a:extLst>
          </p:cNvPr>
          <p:cNvSpPr txBox="1">
            <a:spLocks/>
          </p:cNvSpPr>
          <p:nvPr userDrawn="1"/>
        </p:nvSpPr>
        <p:spPr>
          <a:xfrm>
            <a:off x="8749456" y="4902747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41.0/34.0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68" name="TextBox 4867">
            <a:extLst>
              <a:ext uri="{FF2B5EF4-FFF2-40B4-BE49-F238E27FC236}">
                <a16:creationId xmlns:a16="http://schemas.microsoft.com/office/drawing/2014/main" id="{D5AE2B6F-0D0E-14F1-F440-40DC583D9D41}"/>
              </a:ext>
            </a:extLst>
          </p:cNvPr>
          <p:cNvSpPr txBox="1">
            <a:spLocks/>
          </p:cNvSpPr>
          <p:nvPr userDrawn="1"/>
        </p:nvSpPr>
        <p:spPr>
          <a:xfrm>
            <a:off x="9034561" y="4703279"/>
            <a:ext cx="659855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36.5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69" name="TextBox 4868">
            <a:extLst>
              <a:ext uri="{FF2B5EF4-FFF2-40B4-BE49-F238E27FC236}">
                <a16:creationId xmlns:a16="http://schemas.microsoft.com/office/drawing/2014/main" id="{087DFC51-D274-3FB6-AD16-C62EE7FACD4C}"/>
              </a:ext>
            </a:extLst>
          </p:cNvPr>
          <p:cNvSpPr txBox="1">
            <a:spLocks/>
          </p:cNvSpPr>
          <p:nvPr userDrawn="1"/>
        </p:nvSpPr>
        <p:spPr>
          <a:xfrm>
            <a:off x="8749456" y="5031362"/>
            <a:ext cx="47074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GAS(Ex/In)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70" name="TextBox 4869">
            <a:extLst>
              <a:ext uri="{FF2B5EF4-FFF2-40B4-BE49-F238E27FC236}">
                <a16:creationId xmlns:a16="http://schemas.microsoft.com/office/drawing/2014/main" id="{6C73B18B-44B7-8BA7-5452-6D6F3E2FA5E6}"/>
              </a:ext>
            </a:extLst>
          </p:cNvPr>
          <p:cNvSpPr txBox="1">
            <a:spLocks/>
          </p:cNvSpPr>
          <p:nvPr userDrawn="1"/>
        </p:nvSpPr>
        <p:spPr>
          <a:xfrm>
            <a:off x="8749456" y="5122569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71" name="직사각형 4870">
            <a:extLst>
              <a:ext uri="{FF2B5EF4-FFF2-40B4-BE49-F238E27FC236}">
                <a16:creationId xmlns:a16="http://schemas.microsoft.com/office/drawing/2014/main" id="{C1F29FB5-A113-C85D-CEA8-A31D607EF99C}"/>
              </a:ext>
            </a:extLst>
          </p:cNvPr>
          <p:cNvSpPr>
            <a:spLocks/>
          </p:cNvSpPr>
          <p:nvPr userDrawn="1"/>
        </p:nvSpPr>
        <p:spPr>
          <a:xfrm>
            <a:off x="7693688" y="4708773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72" name="직사각형 4871">
            <a:extLst>
              <a:ext uri="{FF2B5EF4-FFF2-40B4-BE49-F238E27FC236}">
                <a16:creationId xmlns:a16="http://schemas.microsoft.com/office/drawing/2014/main" id="{31EBC40C-947A-03FA-AB93-CF345EA31208}"/>
              </a:ext>
            </a:extLst>
          </p:cNvPr>
          <p:cNvSpPr>
            <a:spLocks/>
          </p:cNvSpPr>
          <p:nvPr userDrawn="1"/>
        </p:nvSpPr>
        <p:spPr>
          <a:xfrm>
            <a:off x="8703318" y="4708773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73" name="직사각형 4872">
            <a:extLst>
              <a:ext uri="{FF2B5EF4-FFF2-40B4-BE49-F238E27FC236}">
                <a16:creationId xmlns:a16="http://schemas.microsoft.com/office/drawing/2014/main" id="{81D9F8C1-BFCC-D102-6898-034360ECFF75}"/>
              </a:ext>
            </a:extLst>
          </p:cNvPr>
          <p:cNvSpPr>
            <a:spLocks/>
          </p:cNvSpPr>
          <p:nvPr userDrawn="1"/>
        </p:nvSpPr>
        <p:spPr>
          <a:xfrm>
            <a:off x="7693688" y="5027042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74" name="직사각형 4873">
            <a:extLst>
              <a:ext uri="{FF2B5EF4-FFF2-40B4-BE49-F238E27FC236}">
                <a16:creationId xmlns:a16="http://schemas.microsoft.com/office/drawing/2014/main" id="{89CD7560-D745-C501-4325-DD9083D0FFBD}"/>
              </a:ext>
            </a:extLst>
          </p:cNvPr>
          <p:cNvSpPr>
            <a:spLocks/>
          </p:cNvSpPr>
          <p:nvPr userDrawn="1"/>
        </p:nvSpPr>
        <p:spPr>
          <a:xfrm>
            <a:off x="8703318" y="5027042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875" name="TextBox 4874">
            <a:extLst>
              <a:ext uri="{FF2B5EF4-FFF2-40B4-BE49-F238E27FC236}">
                <a16:creationId xmlns:a16="http://schemas.microsoft.com/office/drawing/2014/main" id="{E4747EAA-B075-59E2-14F9-10FB8452725B}"/>
              </a:ext>
            </a:extLst>
          </p:cNvPr>
          <p:cNvSpPr txBox="1">
            <a:spLocks/>
          </p:cNvSpPr>
          <p:nvPr userDrawn="1"/>
        </p:nvSpPr>
        <p:spPr>
          <a:xfrm>
            <a:off x="8918350" y="4083929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76" name="TextBox 4875">
            <a:extLst>
              <a:ext uri="{FF2B5EF4-FFF2-40B4-BE49-F238E27FC236}">
                <a16:creationId xmlns:a16="http://schemas.microsoft.com/office/drawing/2014/main" id="{2BB007FB-06AB-1B55-D611-C33E150AB067}"/>
              </a:ext>
            </a:extLst>
          </p:cNvPr>
          <p:cNvSpPr txBox="1">
            <a:spLocks/>
          </p:cNvSpPr>
          <p:nvPr userDrawn="1"/>
        </p:nvSpPr>
        <p:spPr>
          <a:xfrm>
            <a:off x="8949591" y="4251225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77" name="TextBox 4876">
            <a:extLst>
              <a:ext uri="{FF2B5EF4-FFF2-40B4-BE49-F238E27FC236}">
                <a16:creationId xmlns:a16="http://schemas.microsoft.com/office/drawing/2014/main" id="{ED132DE7-091B-3595-8C8E-D7B28D752973}"/>
              </a:ext>
            </a:extLst>
          </p:cNvPr>
          <p:cNvSpPr txBox="1"/>
          <p:nvPr userDrawn="1"/>
        </p:nvSpPr>
        <p:spPr>
          <a:xfrm>
            <a:off x="4920160" y="4431351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PLETH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878" name="그림 4877">
            <a:extLst>
              <a:ext uri="{FF2B5EF4-FFF2-40B4-BE49-F238E27FC236}">
                <a16:creationId xmlns:a16="http://schemas.microsoft.com/office/drawing/2014/main" id="{239E2814-CD79-E75A-7DAF-78B68627AB5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89164" y="4544049"/>
            <a:ext cx="2803479" cy="165551"/>
          </a:xfrm>
          <a:prstGeom prst="rect">
            <a:avLst/>
          </a:prstGeom>
        </p:spPr>
      </p:pic>
      <p:sp>
        <p:nvSpPr>
          <p:cNvPr id="4879" name="TextBox 4878">
            <a:extLst>
              <a:ext uri="{FF2B5EF4-FFF2-40B4-BE49-F238E27FC236}">
                <a16:creationId xmlns:a16="http://schemas.microsoft.com/office/drawing/2014/main" id="{DE16A0D8-E3CD-BDD7-C7BC-48A6C821EBBE}"/>
              </a:ext>
            </a:extLst>
          </p:cNvPr>
          <p:cNvSpPr txBox="1">
            <a:spLocks/>
          </p:cNvSpPr>
          <p:nvPr userDrawn="1"/>
        </p:nvSpPr>
        <p:spPr>
          <a:xfrm>
            <a:off x="8749456" y="5225511"/>
            <a:ext cx="47374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N2O: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80" name="TextBox 4879">
            <a:extLst>
              <a:ext uri="{FF2B5EF4-FFF2-40B4-BE49-F238E27FC236}">
                <a16:creationId xmlns:a16="http://schemas.microsoft.com/office/drawing/2014/main" id="{69009CAE-4758-085F-A9AB-93357B07990A}"/>
              </a:ext>
            </a:extLst>
          </p:cNvPr>
          <p:cNvSpPr txBox="1">
            <a:spLocks/>
          </p:cNvSpPr>
          <p:nvPr userDrawn="1"/>
        </p:nvSpPr>
        <p:spPr>
          <a:xfrm>
            <a:off x="9284370" y="5135441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SEV: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81" name="TextBox 4880">
            <a:extLst>
              <a:ext uri="{FF2B5EF4-FFF2-40B4-BE49-F238E27FC236}">
                <a16:creationId xmlns:a16="http://schemas.microsoft.com/office/drawing/2014/main" id="{C47B9414-3764-B5DD-4075-3F542D6BCE0B}"/>
              </a:ext>
            </a:extLst>
          </p:cNvPr>
          <p:cNvSpPr txBox="1">
            <a:spLocks/>
          </p:cNvSpPr>
          <p:nvPr userDrawn="1"/>
        </p:nvSpPr>
        <p:spPr>
          <a:xfrm>
            <a:off x="9284370" y="5225511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DES: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82" name="TextBox 4881">
            <a:extLst>
              <a:ext uri="{FF2B5EF4-FFF2-40B4-BE49-F238E27FC236}">
                <a16:creationId xmlns:a16="http://schemas.microsoft.com/office/drawing/2014/main" id="{C678D231-8F03-9026-437D-4C72CF0F9D97}"/>
              </a:ext>
            </a:extLst>
          </p:cNvPr>
          <p:cNvSpPr txBox="1">
            <a:spLocks/>
          </p:cNvSpPr>
          <p:nvPr userDrawn="1"/>
        </p:nvSpPr>
        <p:spPr>
          <a:xfrm>
            <a:off x="9284370" y="5053064"/>
            <a:ext cx="42955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84" name="TextBox 4883">
            <a:extLst>
              <a:ext uri="{FF2B5EF4-FFF2-40B4-BE49-F238E27FC236}">
                <a16:creationId xmlns:a16="http://schemas.microsoft.com/office/drawing/2014/main" id="{2397467E-7616-16DB-E217-BC4171BD1411}"/>
              </a:ext>
            </a:extLst>
          </p:cNvPr>
          <p:cNvSpPr txBox="1"/>
          <p:nvPr userDrawn="1"/>
        </p:nvSpPr>
        <p:spPr>
          <a:xfrm>
            <a:off x="4920160" y="4737042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RESP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4885" name="그림 4884">
            <a:extLst>
              <a:ext uri="{FF2B5EF4-FFF2-40B4-BE49-F238E27FC236}">
                <a16:creationId xmlns:a16="http://schemas.microsoft.com/office/drawing/2014/main" id="{AC892395-0780-E2E0-5EC9-776002BB825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889164" y="4849742"/>
            <a:ext cx="1648849" cy="124293"/>
          </a:xfrm>
          <a:prstGeom prst="rect">
            <a:avLst/>
          </a:prstGeom>
        </p:spPr>
      </p:pic>
      <p:sp>
        <p:nvSpPr>
          <p:cNvPr id="4886" name="TextBox 4885">
            <a:extLst>
              <a:ext uri="{FF2B5EF4-FFF2-40B4-BE49-F238E27FC236}">
                <a16:creationId xmlns:a16="http://schemas.microsoft.com/office/drawing/2014/main" id="{23B34604-1CC1-A8BC-3FF7-CA2F64D80157}"/>
              </a:ext>
            </a:extLst>
          </p:cNvPr>
          <p:cNvSpPr txBox="1"/>
          <p:nvPr userDrawn="1"/>
        </p:nvSpPr>
        <p:spPr>
          <a:xfrm>
            <a:off x="4920160" y="5042734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CAPNO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887" name="그림 4886">
            <a:extLst>
              <a:ext uri="{FF2B5EF4-FFF2-40B4-BE49-F238E27FC236}">
                <a16:creationId xmlns:a16="http://schemas.microsoft.com/office/drawing/2014/main" id="{E7DC2618-B7AA-7474-8910-3BC40EB3D0B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grayscl/>
            <a:alphaModFix amt="70000"/>
          </a:blip>
          <a:srcRect/>
          <a:stretch/>
        </p:blipFill>
        <p:spPr>
          <a:xfrm>
            <a:off x="4889164" y="5155432"/>
            <a:ext cx="2803480" cy="165551"/>
          </a:xfrm>
          <a:prstGeom prst="rect">
            <a:avLst/>
          </a:prstGeom>
        </p:spPr>
      </p:pic>
      <p:pic>
        <p:nvPicPr>
          <p:cNvPr id="4888" name="그림 4887">
            <a:extLst>
              <a:ext uri="{FF2B5EF4-FFF2-40B4-BE49-F238E27FC236}">
                <a16:creationId xmlns:a16="http://schemas.microsoft.com/office/drawing/2014/main" id="{E5045E70-363B-0EEA-B5A2-D3B3A9DE3D0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9973"/>
          <a:stretch/>
        </p:blipFill>
        <p:spPr>
          <a:xfrm>
            <a:off x="6538012" y="4849742"/>
            <a:ext cx="1154632" cy="124293"/>
          </a:xfrm>
          <a:prstGeom prst="rect">
            <a:avLst/>
          </a:prstGeom>
        </p:spPr>
      </p:pic>
      <p:sp>
        <p:nvSpPr>
          <p:cNvPr id="4889" name="직사각형 4888">
            <a:extLst>
              <a:ext uri="{FF2B5EF4-FFF2-40B4-BE49-F238E27FC236}">
                <a16:creationId xmlns:a16="http://schemas.microsoft.com/office/drawing/2014/main" id="{B0F092A7-3BE4-C398-1235-B3AB32AB0326}"/>
              </a:ext>
            </a:extLst>
          </p:cNvPr>
          <p:cNvSpPr/>
          <p:nvPr userDrawn="1"/>
        </p:nvSpPr>
        <p:spPr>
          <a:xfrm>
            <a:off x="4921147" y="4844713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90" name="TextBox 4889">
            <a:extLst>
              <a:ext uri="{FF2B5EF4-FFF2-40B4-BE49-F238E27FC236}">
                <a16:creationId xmlns:a16="http://schemas.microsoft.com/office/drawing/2014/main" id="{D8E4AEED-C509-3194-63D9-58F838416039}"/>
              </a:ext>
            </a:extLst>
          </p:cNvPr>
          <p:cNvSpPr txBox="1"/>
          <p:nvPr userDrawn="1"/>
        </p:nvSpPr>
        <p:spPr>
          <a:xfrm>
            <a:off x="4918788" y="4968891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1Ω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026" name="사각형: 둥근 모서리 5025">
            <a:extLst>
              <a:ext uri="{FF2B5EF4-FFF2-40B4-BE49-F238E27FC236}">
                <a16:creationId xmlns:a16="http://schemas.microsoft.com/office/drawing/2014/main" id="{E53F675A-D1D0-CD03-BA30-22A5AA6775F1}"/>
              </a:ext>
            </a:extLst>
          </p:cNvPr>
          <p:cNvSpPr/>
          <p:nvPr userDrawn="1"/>
        </p:nvSpPr>
        <p:spPr>
          <a:xfrm>
            <a:off x="64655" y="5345142"/>
            <a:ext cx="698958" cy="18119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027" name="TextBox 5026">
            <a:extLst>
              <a:ext uri="{FF2B5EF4-FFF2-40B4-BE49-F238E27FC236}">
                <a16:creationId xmlns:a16="http://schemas.microsoft.com/office/drawing/2014/main" id="{D2C6982E-A953-839C-404C-620C3A5F3890}"/>
              </a:ext>
            </a:extLst>
          </p:cNvPr>
          <p:cNvSpPr txBox="1"/>
          <p:nvPr userDrawn="1"/>
        </p:nvSpPr>
        <p:spPr>
          <a:xfrm>
            <a:off x="139574" y="5365554"/>
            <a:ext cx="549119" cy="140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BED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04</a:t>
            </a:r>
            <a:endParaRPr lang="ko-KR" altLang="en-US" sz="9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028" name="TextBox 5027">
            <a:extLst>
              <a:ext uri="{FF2B5EF4-FFF2-40B4-BE49-F238E27FC236}">
                <a16:creationId xmlns:a16="http://schemas.microsoft.com/office/drawing/2014/main" id="{F1C797CD-D567-E355-307A-5495919AE0B0}"/>
              </a:ext>
            </a:extLst>
          </p:cNvPr>
          <p:cNvSpPr txBox="1"/>
          <p:nvPr userDrawn="1"/>
        </p:nvSpPr>
        <p:spPr>
          <a:xfrm>
            <a:off x="949385" y="5381150"/>
            <a:ext cx="120263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Hong Gil Dong, 20461445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5029" name="그래픽 5028" descr="벨소리 단색으로 채워진">
            <a:extLst>
              <a:ext uri="{FF2B5EF4-FFF2-40B4-BE49-F238E27FC236}">
                <a16:creationId xmlns:a16="http://schemas.microsoft.com/office/drawing/2014/main" id="{3F78071F-D697-6FA1-463A-849B33BDEE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965" y="5375834"/>
            <a:ext cx="118270" cy="119809"/>
          </a:xfrm>
          <a:prstGeom prst="rect">
            <a:avLst/>
          </a:prstGeom>
        </p:spPr>
      </p:pic>
      <p:sp>
        <p:nvSpPr>
          <p:cNvPr id="5030" name="TextBox 5029">
            <a:extLst>
              <a:ext uri="{FF2B5EF4-FFF2-40B4-BE49-F238E27FC236}">
                <a16:creationId xmlns:a16="http://schemas.microsoft.com/office/drawing/2014/main" id="{0483D1F9-1B70-3A5C-A930-736362BDAA0B}"/>
              </a:ext>
            </a:extLst>
          </p:cNvPr>
          <p:cNvSpPr txBox="1">
            <a:spLocks/>
          </p:cNvSpPr>
          <p:nvPr userDrawn="1"/>
        </p:nvSpPr>
        <p:spPr>
          <a:xfrm>
            <a:off x="95649" y="5536471"/>
            <a:ext cx="27052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LEAD Ⅱ 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031" name="TextBox 5030">
            <a:extLst>
              <a:ext uri="{FF2B5EF4-FFF2-40B4-BE49-F238E27FC236}">
                <a16:creationId xmlns:a16="http://schemas.microsoft.com/office/drawing/2014/main" id="{7A347006-0ADD-0707-BD8B-43041F6882DA}"/>
              </a:ext>
            </a:extLst>
          </p:cNvPr>
          <p:cNvSpPr txBox="1">
            <a:spLocks/>
          </p:cNvSpPr>
          <p:nvPr userDrawn="1"/>
        </p:nvSpPr>
        <p:spPr>
          <a:xfrm>
            <a:off x="2912323" y="5543125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32" name="TextBox 5031">
            <a:extLst>
              <a:ext uri="{FF2B5EF4-FFF2-40B4-BE49-F238E27FC236}">
                <a16:creationId xmlns:a16="http://schemas.microsoft.com/office/drawing/2014/main" id="{E901DA21-920A-5C99-54B9-DE5105E5CEFE}"/>
              </a:ext>
            </a:extLst>
          </p:cNvPr>
          <p:cNvSpPr txBox="1">
            <a:spLocks/>
          </p:cNvSpPr>
          <p:nvPr userDrawn="1"/>
        </p:nvSpPr>
        <p:spPr>
          <a:xfrm>
            <a:off x="2912323" y="5634333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33" name="TextBox 5032">
            <a:extLst>
              <a:ext uri="{FF2B5EF4-FFF2-40B4-BE49-F238E27FC236}">
                <a16:creationId xmlns:a16="http://schemas.microsoft.com/office/drawing/2014/main" id="{5A247FF2-C1CB-4AEB-6721-B14DEF5DF881}"/>
              </a:ext>
            </a:extLst>
          </p:cNvPr>
          <p:cNvSpPr txBox="1">
            <a:spLocks/>
          </p:cNvSpPr>
          <p:nvPr userDrawn="1"/>
        </p:nvSpPr>
        <p:spPr>
          <a:xfrm>
            <a:off x="2912322" y="572339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34" name="TextBox 5033">
            <a:extLst>
              <a:ext uri="{FF2B5EF4-FFF2-40B4-BE49-F238E27FC236}">
                <a16:creationId xmlns:a16="http://schemas.microsoft.com/office/drawing/2014/main" id="{395C93C9-DBA7-A29E-0EF8-F3E10D7A4016}"/>
              </a:ext>
            </a:extLst>
          </p:cNvPr>
          <p:cNvSpPr txBox="1">
            <a:spLocks/>
          </p:cNvSpPr>
          <p:nvPr userDrawn="1"/>
        </p:nvSpPr>
        <p:spPr>
          <a:xfrm>
            <a:off x="3475732" y="5526336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60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35" name="TextBox 5034">
            <a:extLst>
              <a:ext uri="{FF2B5EF4-FFF2-40B4-BE49-F238E27FC236}">
                <a16:creationId xmlns:a16="http://schemas.microsoft.com/office/drawing/2014/main" id="{CCEDA18A-2500-B94D-9BF5-442923175D17}"/>
              </a:ext>
            </a:extLst>
          </p:cNvPr>
          <p:cNvSpPr txBox="1">
            <a:spLocks/>
          </p:cNvSpPr>
          <p:nvPr userDrawn="1"/>
        </p:nvSpPr>
        <p:spPr>
          <a:xfrm>
            <a:off x="2912323" y="5854419"/>
            <a:ext cx="25235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SpO2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36" name="TextBox 5035">
            <a:extLst>
              <a:ext uri="{FF2B5EF4-FFF2-40B4-BE49-F238E27FC236}">
                <a16:creationId xmlns:a16="http://schemas.microsoft.com/office/drawing/2014/main" id="{6018BD46-92F1-32D0-BF28-8FF087E6A5A1}"/>
              </a:ext>
            </a:extLst>
          </p:cNvPr>
          <p:cNvSpPr txBox="1">
            <a:spLocks/>
          </p:cNvSpPr>
          <p:nvPr userDrawn="1"/>
        </p:nvSpPr>
        <p:spPr>
          <a:xfrm>
            <a:off x="2912323" y="5945626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37" name="TextBox 5036">
            <a:extLst>
              <a:ext uri="{FF2B5EF4-FFF2-40B4-BE49-F238E27FC236}">
                <a16:creationId xmlns:a16="http://schemas.microsoft.com/office/drawing/2014/main" id="{F86036C7-B37A-2BC5-B8B5-F2DD6A817FC5}"/>
              </a:ext>
            </a:extLst>
          </p:cNvPr>
          <p:cNvSpPr txBox="1">
            <a:spLocks/>
          </p:cNvSpPr>
          <p:nvPr userDrawn="1"/>
        </p:nvSpPr>
        <p:spPr>
          <a:xfrm>
            <a:off x="2912322" y="6034685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100/50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38" name="TextBox 5037">
            <a:extLst>
              <a:ext uri="{FF2B5EF4-FFF2-40B4-BE49-F238E27FC236}">
                <a16:creationId xmlns:a16="http://schemas.microsoft.com/office/drawing/2014/main" id="{FCA6A200-DAEE-3296-4208-2FD1E1AF2D41}"/>
              </a:ext>
            </a:extLst>
          </p:cNvPr>
          <p:cNvSpPr txBox="1">
            <a:spLocks/>
          </p:cNvSpPr>
          <p:nvPr userDrawn="1"/>
        </p:nvSpPr>
        <p:spPr>
          <a:xfrm>
            <a:off x="3475732" y="5835216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98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39" name="TextBox 5038">
            <a:extLst>
              <a:ext uri="{FF2B5EF4-FFF2-40B4-BE49-F238E27FC236}">
                <a16:creationId xmlns:a16="http://schemas.microsoft.com/office/drawing/2014/main" id="{D867B51D-B803-CB57-F193-D9AD7A6F1106}"/>
              </a:ext>
            </a:extLst>
          </p:cNvPr>
          <p:cNvSpPr txBox="1">
            <a:spLocks/>
          </p:cNvSpPr>
          <p:nvPr userDrawn="1"/>
        </p:nvSpPr>
        <p:spPr>
          <a:xfrm>
            <a:off x="3924946" y="5543125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ABP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40" name="TextBox 5039">
            <a:extLst>
              <a:ext uri="{FF2B5EF4-FFF2-40B4-BE49-F238E27FC236}">
                <a16:creationId xmlns:a16="http://schemas.microsoft.com/office/drawing/2014/main" id="{460D0D1C-D255-352C-F9C8-2A3696953427}"/>
              </a:ext>
            </a:extLst>
          </p:cNvPr>
          <p:cNvSpPr txBox="1">
            <a:spLocks/>
          </p:cNvSpPr>
          <p:nvPr userDrawn="1"/>
        </p:nvSpPr>
        <p:spPr>
          <a:xfrm>
            <a:off x="3924946" y="5634333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42" name="TextBox 5041">
            <a:extLst>
              <a:ext uri="{FF2B5EF4-FFF2-40B4-BE49-F238E27FC236}">
                <a16:creationId xmlns:a16="http://schemas.microsoft.com/office/drawing/2014/main" id="{2EA720B0-4BAC-5392-3F40-0193071FA9CD}"/>
              </a:ext>
            </a:extLst>
          </p:cNvPr>
          <p:cNvSpPr txBox="1">
            <a:spLocks/>
          </p:cNvSpPr>
          <p:nvPr userDrawn="1"/>
        </p:nvSpPr>
        <p:spPr>
          <a:xfrm>
            <a:off x="3924945" y="5854419"/>
            <a:ext cx="265946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ART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43" name="TextBox 5042">
            <a:extLst>
              <a:ext uri="{FF2B5EF4-FFF2-40B4-BE49-F238E27FC236}">
                <a16:creationId xmlns:a16="http://schemas.microsoft.com/office/drawing/2014/main" id="{43987E47-E529-396C-1A99-FEF69B10D617}"/>
              </a:ext>
            </a:extLst>
          </p:cNvPr>
          <p:cNvSpPr txBox="1">
            <a:spLocks/>
          </p:cNvSpPr>
          <p:nvPr userDrawn="1"/>
        </p:nvSpPr>
        <p:spPr>
          <a:xfrm>
            <a:off x="3924945" y="5945626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45" name="TextBox 5044">
            <a:extLst>
              <a:ext uri="{FF2B5EF4-FFF2-40B4-BE49-F238E27FC236}">
                <a16:creationId xmlns:a16="http://schemas.microsoft.com/office/drawing/2014/main" id="{0997680B-24F9-2FF5-F4D8-04EFE4969AFC}"/>
              </a:ext>
            </a:extLst>
          </p:cNvPr>
          <p:cNvSpPr txBox="1">
            <a:spLocks/>
          </p:cNvSpPr>
          <p:nvPr userDrawn="1"/>
        </p:nvSpPr>
        <p:spPr>
          <a:xfrm>
            <a:off x="4093839" y="5865483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46" name="TextBox 5045">
            <a:extLst>
              <a:ext uri="{FF2B5EF4-FFF2-40B4-BE49-F238E27FC236}">
                <a16:creationId xmlns:a16="http://schemas.microsoft.com/office/drawing/2014/main" id="{EE35382F-A799-62A1-7271-1D995AECCBAB}"/>
              </a:ext>
            </a:extLst>
          </p:cNvPr>
          <p:cNvSpPr txBox="1">
            <a:spLocks/>
          </p:cNvSpPr>
          <p:nvPr userDrawn="1"/>
        </p:nvSpPr>
        <p:spPr>
          <a:xfrm>
            <a:off x="4125080" y="6032779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5047" name="그림 5046">
            <a:extLst>
              <a:ext uri="{FF2B5EF4-FFF2-40B4-BE49-F238E27FC236}">
                <a16:creationId xmlns:a16="http://schemas.microsoft.com/office/drawing/2014/main" id="{65735680-3AE8-29F4-4527-382E334424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22741" y="5601999"/>
            <a:ext cx="673479" cy="171703"/>
          </a:xfrm>
          <a:prstGeom prst="rect">
            <a:avLst/>
          </a:prstGeom>
          <a:noFill/>
        </p:spPr>
      </p:pic>
      <p:pic>
        <p:nvPicPr>
          <p:cNvPr id="5048" name="그림 5047">
            <a:extLst>
              <a:ext uri="{FF2B5EF4-FFF2-40B4-BE49-F238E27FC236}">
                <a16:creationId xmlns:a16="http://schemas.microsoft.com/office/drawing/2014/main" id="{4423EF0F-1099-65F4-BBC3-D8D2CCD48A7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96221" y="5601999"/>
            <a:ext cx="673479" cy="171703"/>
          </a:xfrm>
          <a:prstGeom prst="rect">
            <a:avLst/>
          </a:prstGeom>
          <a:noFill/>
        </p:spPr>
      </p:pic>
      <p:pic>
        <p:nvPicPr>
          <p:cNvPr id="5049" name="그림 5048">
            <a:extLst>
              <a:ext uri="{FF2B5EF4-FFF2-40B4-BE49-F238E27FC236}">
                <a16:creationId xmlns:a16="http://schemas.microsoft.com/office/drawing/2014/main" id="{63C095B2-6DF2-D588-7ABE-7BF7271F685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68589" y="5601999"/>
            <a:ext cx="673479" cy="171703"/>
          </a:xfrm>
          <a:prstGeom prst="rect">
            <a:avLst/>
          </a:prstGeom>
          <a:noFill/>
        </p:spPr>
      </p:pic>
      <p:pic>
        <p:nvPicPr>
          <p:cNvPr id="5050" name="그림 5049">
            <a:extLst>
              <a:ext uri="{FF2B5EF4-FFF2-40B4-BE49-F238E27FC236}">
                <a16:creationId xmlns:a16="http://schemas.microsoft.com/office/drawing/2014/main" id="{F46F8B73-F8ED-26DA-CF93-97CE986E0D3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43916" r="22170"/>
          <a:stretch/>
        </p:blipFill>
        <p:spPr>
          <a:xfrm>
            <a:off x="94365" y="5601999"/>
            <a:ext cx="228401" cy="171703"/>
          </a:xfrm>
          <a:prstGeom prst="rect">
            <a:avLst/>
          </a:prstGeom>
          <a:noFill/>
        </p:spPr>
      </p:pic>
      <p:pic>
        <p:nvPicPr>
          <p:cNvPr id="5051" name="그림 5050">
            <a:extLst>
              <a:ext uri="{FF2B5EF4-FFF2-40B4-BE49-F238E27FC236}">
                <a16:creationId xmlns:a16="http://schemas.microsoft.com/office/drawing/2014/main" id="{4B96442F-F3E9-BF72-A0E8-404FA6A2C8B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2170"/>
          <a:stretch/>
        </p:blipFill>
        <p:spPr>
          <a:xfrm>
            <a:off x="2340081" y="5601999"/>
            <a:ext cx="524168" cy="171703"/>
          </a:xfrm>
          <a:prstGeom prst="rect">
            <a:avLst/>
          </a:prstGeom>
          <a:noFill/>
        </p:spPr>
      </p:pic>
      <p:sp>
        <p:nvSpPr>
          <p:cNvPr id="5052" name="직사각형 5051">
            <a:extLst>
              <a:ext uri="{FF2B5EF4-FFF2-40B4-BE49-F238E27FC236}">
                <a16:creationId xmlns:a16="http://schemas.microsoft.com/office/drawing/2014/main" id="{4BA983C8-9AC5-052F-AD5C-9CEE4053FF88}"/>
              </a:ext>
            </a:extLst>
          </p:cNvPr>
          <p:cNvSpPr/>
          <p:nvPr userDrawn="1"/>
        </p:nvSpPr>
        <p:spPr>
          <a:xfrm>
            <a:off x="96636" y="5643292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53" name="TextBox 5052">
            <a:extLst>
              <a:ext uri="{FF2B5EF4-FFF2-40B4-BE49-F238E27FC236}">
                <a16:creationId xmlns:a16="http://schemas.microsoft.com/office/drawing/2014/main" id="{46486377-14C9-DD14-8A47-375AFA3F4F6C}"/>
              </a:ext>
            </a:extLst>
          </p:cNvPr>
          <p:cNvSpPr txBox="1"/>
          <p:nvPr userDrawn="1"/>
        </p:nvSpPr>
        <p:spPr>
          <a:xfrm>
            <a:off x="94277" y="5779048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1mV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054" name="직사각형 5053">
            <a:extLst>
              <a:ext uri="{FF2B5EF4-FFF2-40B4-BE49-F238E27FC236}">
                <a16:creationId xmlns:a16="http://schemas.microsoft.com/office/drawing/2014/main" id="{3322BC80-07D2-AB25-2D71-30FEEC054A0E}"/>
              </a:ext>
            </a:extLst>
          </p:cNvPr>
          <p:cNvSpPr>
            <a:spLocks/>
          </p:cNvSpPr>
          <p:nvPr userDrawn="1"/>
        </p:nvSpPr>
        <p:spPr>
          <a:xfrm>
            <a:off x="2869177" y="5529416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55" name="직사각형 5054">
            <a:extLst>
              <a:ext uri="{FF2B5EF4-FFF2-40B4-BE49-F238E27FC236}">
                <a16:creationId xmlns:a16="http://schemas.microsoft.com/office/drawing/2014/main" id="{8791D93E-7659-6C48-EE1E-D024561796AC}"/>
              </a:ext>
            </a:extLst>
          </p:cNvPr>
          <p:cNvSpPr>
            <a:spLocks/>
          </p:cNvSpPr>
          <p:nvPr userDrawn="1"/>
        </p:nvSpPr>
        <p:spPr>
          <a:xfrm>
            <a:off x="3878807" y="5529416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56" name="직사각형 5055">
            <a:extLst>
              <a:ext uri="{FF2B5EF4-FFF2-40B4-BE49-F238E27FC236}">
                <a16:creationId xmlns:a16="http://schemas.microsoft.com/office/drawing/2014/main" id="{563B1F1B-7D97-71CC-41D4-7CE4641DC934}"/>
              </a:ext>
            </a:extLst>
          </p:cNvPr>
          <p:cNvSpPr>
            <a:spLocks/>
          </p:cNvSpPr>
          <p:nvPr userDrawn="1"/>
        </p:nvSpPr>
        <p:spPr>
          <a:xfrm>
            <a:off x="2869177" y="5850099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57" name="직사각형 5056">
            <a:extLst>
              <a:ext uri="{FF2B5EF4-FFF2-40B4-BE49-F238E27FC236}">
                <a16:creationId xmlns:a16="http://schemas.microsoft.com/office/drawing/2014/main" id="{2142E6E9-F6EE-1DAE-8C4D-9347FCC8755E}"/>
              </a:ext>
            </a:extLst>
          </p:cNvPr>
          <p:cNvSpPr>
            <a:spLocks/>
          </p:cNvSpPr>
          <p:nvPr userDrawn="1"/>
        </p:nvSpPr>
        <p:spPr>
          <a:xfrm>
            <a:off x="3878807" y="5850099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58" name="TextBox 5057">
            <a:extLst>
              <a:ext uri="{FF2B5EF4-FFF2-40B4-BE49-F238E27FC236}">
                <a16:creationId xmlns:a16="http://schemas.microsoft.com/office/drawing/2014/main" id="{CDD9E09C-8ACD-5788-11EB-11FFF95AC197}"/>
              </a:ext>
            </a:extLst>
          </p:cNvPr>
          <p:cNvSpPr txBox="1">
            <a:spLocks/>
          </p:cNvSpPr>
          <p:nvPr userDrawn="1"/>
        </p:nvSpPr>
        <p:spPr>
          <a:xfrm>
            <a:off x="2912323" y="6183403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59" name="TextBox 5058">
            <a:extLst>
              <a:ext uri="{FF2B5EF4-FFF2-40B4-BE49-F238E27FC236}">
                <a16:creationId xmlns:a16="http://schemas.microsoft.com/office/drawing/2014/main" id="{C0FB99FD-9533-EB14-37FB-DB92718D120E}"/>
              </a:ext>
            </a:extLst>
          </p:cNvPr>
          <p:cNvSpPr txBox="1">
            <a:spLocks/>
          </p:cNvSpPr>
          <p:nvPr userDrawn="1"/>
        </p:nvSpPr>
        <p:spPr>
          <a:xfrm>
            <a:off x="2912323" y="627461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60" name="TextBox 5059">
            <a:extLst>
              <a:ext uri="{FF2B5EF4-FFF2-40B4-BE49-F238E27FC236}">
                <a16:creationId xmlns:a16="http://schemas.microsoft.com/office/drawing/2014/main" id="{258A504D-E0FA-3C7D-2616-F61BC767BD83}"/>
              </a:ext>
            </a:extLst>
          </p:cNvPr>
          <p:cNvSpPr txBox="1">
            <a:spLocks/>
          </p:cNvSpPr>
          <p:nvPr userDrawn="1"/>
        </p:nvSpPr>
        <p:spPr>
          <a:xfrm>
            <a:off x="2912322" y="6363669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40/8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61" name="TextBox 5060">
            <a:extLst>
              <a:ext uri="{FF2B5EF4-FFF2-40B4-BE49-F238E27FC236}">
                <a16:creationId xmlns:a16="http://schemas.microsoft.com/office/drawing/2014/main" id="{895964F8-C4D7-E3B3-C979-117D0DC04E6B}"/>
              </a:ext>
            </a:extLst>
          </p:cNvPr>
          <p:cNvSpPr txBox="1">
            <a:spLocks/>
          </p:cNvSpPr>
          <p:nvPr userDrawn="1"/>
        </p:nvSpPr>
        <p:spPr>
          <a:xfrm>
            <a:off x="3475732" y="6164201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62" name="TextBox 5061">
            <a:extLst>
              <a:ext uri="{FF2B5EF4-FFF2-40B4-BE49-F238E27FC236}">
                <a16:creationId xmlns:a16="http://schemas.microsoft.com/office/drawing/2014/main" id="{CA5C3359-4DCB-FC2D-AF38-3D5A622B0155}"/>
              </a:ext>
            </a:extLst>
          </p:cNvPr>
          <p:cNvSpPr txBox="1">
            <a:spLocks/>
          </p:cNvSpPr>
          <p:nvPr userDrawn="1"/>
        </p:nvSpPr>
        <p:spPr>
          <a:xfrm>
            <a:off x="2912322" y="6492284"/>
            <a:ext cx="294427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EtCO2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63" name="TextBox 5062">
            <a:extLst>
              <a:ext uri="{FF2B5EF4-FFF2-40B4-BE49-F238E27FC236}">
                <a16:creationId xmlns:a16="http://schemas.microsoft.com/office/drawing/2014/main" id="{912A9618-3739-FE9D-3960-8F7D5D130B94}"/>
              </a:ext>
            </a:extLst>
          </p:cNvPr>
          <p:cNvSpPr txBox="1">
            <a:spLocks/>
          </p:cNvSpPr>
          <p:nvPr userDrawn="1"/>
        </p:nvSpPr>
        <p:spPr>
          <a:xfrm>
            <a:off x="2912323" y="658349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64" name="TextBox 5063">
            <a:extLst>
              <a:ext uri="{FF2B5EF4-FFF2-40B4-BE49-F238E27FC236}">
                <a16:creationId xmlns:a16="http://schemas.microsoft.com/office/drawing/2014/main" id="{150F88C1-C244-7DEE-A03F-4CD50A05B419}"/>
              </a:ext>
            </a:extLst>
          </p:cNvPr>
          <p:cNvSpPr txBox="1">
            <a:spLocks/>
          </p:cNvSpPr>
          <p:nvPr userDrawn="1"/>
        </p:nvSpPr>
        <p:spPr>
          <a:xfrm>
            <a:off x="2912322" y="6672550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80/0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65" name="TextBox 5064">
            <a:extLst>
              <a:ext uri="{FF2B5EF4-FFF2-40B4-BE49-F238E27FC236}">
                <a16:creationId xmlns:a16="http://schemas.microsoft.com/office/drawing/2014/main" id="{730ADE51-EC1B-575C-E5DA-6F20CBBE77AA}"/>
              </a:ext>
            </a:extLst>
          </p:cNvPr>
          <p:cNvSpPr txBox="1">
            <a:spLocks/>
          </p:cNvSpPr>
          <p:nvPr userDrawn="1"/>
        </p:nvSpPr>
        <p:spPr>
          <a:xfrm>
            <a:off x="3475732" y="6473081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33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66" name="TextBox 5065">
            <a:extLst>
              <a:ext uri="{FF2B5EF4-FFF2-40B4-BE49-F238E27FC236}">
                <a16:creationId xmlns:a16="http://schemas.microsoft.com/office/drawing/2014/main" id="{57F88828-7ADB-E27E-AF93-3FC78A3FC131}"/>
              </a:ext>
            </a:extLst>
          </p:cNvPr>
          <p:cNvSpPr txBox="1">
            <a:spLocks/>
          </p:cNvSpPr>
          <p:nvPr userDrawn="1"/>
        </p:nvSpPr>
        <p:spPr>
          <a:xfrm>
            <a:off x="3924946" y="6183403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Temp1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67" name="TextBox 5066">
            <a:extLst>
              <a:ext uri="{FF2B5EF4-FFF2-40B4-BE49-F238E27FC236}">
                <a16:creationId xmlns:a16="http://schemas.microsoft.com/office/drawing/2014/main" id="{838A78D6-76BD-87B1-D085-71742EA96D5C}"/>
              </a:ext>
            </a:extLst>
          </p:cNvPr>
          <p:cNvSpPr txBox="1">
            <a:spLocks/>
          </p:cNvSpPr>
          <p:nvPr userDrawn="1"/>
        </p:nvSpPr>
        <p:spPr>
          <a:xfrm>
            <a:off x="3924946" y="627461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℃</a:t>
            </a:r>
          </a:p>
        </p:txBody>
      </p:sp>
      <p:sp>
        <p:nvSpPr>
          <p:cNvPr id="5068" name="TextBox 5067">
            <a:extLst>
              <a:ext uri="{FF2B5EF4-FFF2-40B4-BE49-F238E27FC236}">
                <a16:creationId xmlns:a16="http://schemas.microsoft.com/office/drawing/2014/main" id="{0428A21D-70DF-1A6D-4692-345E1E8E6E3D}"/>
              </a:ext>
            </a:extLst>
          </p:cNvPr>
          <p:cNvSpPr txBox="1">
            <a:spLocks/>
          </p:cNvSpPr>
          <p:nvPr userDrawn="1"/>
        </p:nvSpPr>
        <p:spPr>
          <a:xfrm>
            <a:off x="3924945" y="6363669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41.0/34.0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69" name="TextBox 5068">
            <a:extLst>
              <a:ext uri="{FF2B5EF4-FFF2-40B4-BE49-F238E27FC236}">
                <a16:creationId xmlns:a16="http://schemas.microsoft.com/office/drawing/2014/main" id="{336838AF-6A8B-28EC-DAC4-2A516CC9FE43}"/>
              </a:ext>
            </a:extLst>
          </p:cNvPr>
          <p:cNvSpPr txBox="1">
            <a:spLocks/>
          </p:cNvSpPr>
          <p:nvPr userDrawn="1"/>
        </p:nvSpPr>
        <p:spPr>
          <a:xfrm>
            <a:off x="4210050" y="6164201"/>
            <a:ext cx="659855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36.5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70" name="TextBox 5069">
            <a:extLst>
              <a:ext uri="{FF2B5EF4-FFF2-40B4-BE49-F238E27FC236}">
                <a16:creationId xmlns:a16="http://schemas.microsoft.com/office/drawing/2014/main" id="{F33951F2-814E-D564-7E9A-58AA8AF7B11F}"/>
              </a:ext>
            </a:extLst>
          </p:cNvPr>
          <p:cNvSpPr txBox="1">
            <a:spLocks/>
          </p:cNvSpPr>
          <p:nvPr userDrawn="1"/>
        </p:nvSpPr>
        <p:spPr>
          <a:xfrm>
            <a:off x="3924945" y="6492284"/>
            <a:ext cx="47074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GAS(Ex/In)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71" name="TextBox 5070">
            <a:extLst>
              <a:ext uri="{FF2B5EF4-FFF2-40B4-BE49-F238E27FC236}">
                <a16:creationId xmlns:a16="http://schemas.microsoft.com/office/drawing/2014/main" id="{6296118F-E8F6-EBDD-56F7-7BDFC3ADAF1B}"/>
              </a:ext>
            </a:extLst>
          </p:cNvPr>
          <p:cNvSpPr txBox="1">
            <a:spLocks/>
          </p:cNvSpPr>
          <p:nvPr userDrawn="1"/>
        </p:nvSpPr>
        <p:spPr>
          <a:xfrm>
            <a:off x="3924945" y="658349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72" name="직사각형 5071">
            <a:extLst>
              <a:ext uri="{FF2B5EF4-FFF2-40B4-BE49-F238E27FC236}">
                <a16:creationId xmlns:a16="http://schemas.microsoft.com/office/drawing/2014/main" id="{82C0A105-55D2-1C02-5DFA-A020D1C7E069}"/>
              </a:ext>
            </a:extLst>
          </p:cNvPr>
          <p:cNvSpPr>
            <a:spLocks/>
          </p:cNvSpPr>
          <p:nvPr userDrawn="1"/>
        </p:nvSpPr>
        <p:spPr>
          <a:xfrm>
            <a:off x="2869177" y="6169695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73" name="직사각형 5072">
            <a:extLst>
              <a:ext uri="{FF2B5EF4-FFF2-40B4-BE49-F238E27FC236}">
                <a16:creationId xmlns:a16="http://schemas.microsoft.com/office/drawing/2014/main" id="{0E603F5C-45C5-10D3-BB93-C01D8EAE4253}"/>
              </a:ext>
            </a:extLst>
          </p:cNvPr>
          <p:cNvSpPr>
            <a:spLocks/>
          </p:cNvSpPr>
          <p:nvPr userDrawn="1"/>
        </p:nvSpPr>
        <p:spPr>
          <a:xfrm>
            <a:off x="3878807" y="6169695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74" name="직사각형 5073">
            <a:extLst>
              <a:ext uri="{FF2B5EF4-FFF2-40B4-BE49-F238E27FC236}">
                <a16:creationId xmlns:a16="http://schemas.microsoft.com/office/drawing/2014/main" id="{779FDD3F-1EDF-0F0A-5FD0-57A18FE52225}"/>
              </a:ext>
            </a:extLst>
          </p:cNvPr>
          <p:cNvSpPr>
            <a:spLocks/>
          </p:cNvSpPr>
          <p:nvPr userDrawn="1"/>
        </p:nvSpPr>
        <p:spPr>
          <a:xfrm>
            <a:off x="2869177" y="6487964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75" name="직사각형 5074">
            <a:extLst>
              <a:ext uri="{FF2B5EF4-FFF2-40B4-BE49-F238E27FC236}">
                <a16:creationId xmlns:a16="http://schemas.microsoft.com/office/drawing/2014/main" id="{13A9329B-E876-8CBC-AB75-C8F6B9DF0825}"/>
              </a:ext>
            </a:extLst>
          </p:cNvPr>
          <p:cNvSpPr>
            <a:spLocks/>
          </p:cNvSpPr>
          <p:nvPr userDrawn="1"/>
        </p:nvSpPr>
        <p:spPr>
          <a:xfrm>
            <a:off x="3878807" y="6487964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76" name="TextBox 5075">
            <a:extLst>
              <a:ext uri="{FF2B5EF4-FFF2-40B4-BE49-F238E27FC236}">
                <a16:creationId xmlns:a16="http://schemas.microsoft.com/office/drawing/2014/main" id="{19A6F1D8-E60D-C6D2-A889-13238EEEE239}"/>
              </a:ext>
            </a:extLst>
          </p:cNvPr>
          <p:cNvSpPr txBox="1">
            <a:spLocks/>
          </p:cNvSpPr>
          <p:nvPr userDrawn="1"/>
        </p:nvSpPr>
        <p:spPr>
          <a:xfrm>
            <a:off x="4093839" y="5544851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77" name="TextBox 5076">
            <a:extLst>
              <a:ext uri="{FF2B5EF4-FFF2-40B4-BE49-F238E27FC236}">
                <a16:creationId xmlns:a16="http://schemas.microsoft.com/office/drawing/2014/main" id="{5B0A08C0-02FE-6746-9048-26607F7AC5F6}"/>
              </a:ext>
            </a:extLst>
          </p:cNvPr>
          <p:cNvSpPr txBox="1">
            <a:spLocks/>
          </p:cNvSpPr>
          <p:nvPr userDrawn="1"/>
        </p:nvSpPr>
        <p:spPr>
          <a:xfrm>
            <a:off x="4125080" y="5712147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78" name="TextBox 5077">
            <a:extLst>
              <a:ext uri="{FF2B5EF4-FFF2-40B4-BE49-F238E27FC236}">
                <a16:creationId xmlns:a16="http://schemas.microsoft.com/office/drawing/2014/main" id="{6765ED75-D6AA-A4B5-77B0-8B139C3C4C3E}"/>
              </a:ext>
            </a:extLst>
          </p:cNvPr>
          <p:cNvSpPr txBox="1"/>
          <p:nvPr userDrawn="1"/>
        </p:nvSpPr>
        <p:spPr>
          <a:xfrm>
            <a:off x="95649" y="5892273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PLETH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5079" name="그림 5078">
            <a:extLst>
              <a:ext uri="{FF2B5EF4-FFF2-40B4-BE49-F238E27FC236}">
                <a16:creationId xmlns:a16="http://schemas.microsoft.com/office/drawing/2014/main" id="{7F29FD87-C7B7-7FAB-A32A-285BF22BC51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653" y="6004971"/>
            <a:ext cx="2803479" cy="165551"/>
          </a:xfrm>
          <a:prstGeom prst="rect">
            <a:avLst/>
          </a:prstGeom>
        </p:spPr>
      </p:pic>
      <p:sp>
        <p:nvSpPr>
          <p:cNvPr id="5080" name="TextBox 5079">
            <a:extLst>
              <a:ext uri="{FF2B5EF4-FFF2-40B4-BE49-F238E27FC236}">
                <a16:creationId xmlns:a16="http://schemas.microsoft.com/office/drawing/2014/main" id="{03EBDDBF-6513-A0F3-5404-F78B248A740B}"/>
              </a:ext>
            </a:extLst>
          </p:cNvPr>
          <p:cNvSpPr txBox="1">
            <a:spLocks/>
          </p:cNvSpPr>
          <p:nvPr userDrawn="1"/>
        </p:nvSpPr>
        <p:spPr>
          <a:xfrm>
            <a:off x="3924945" y="6686433"/>
            <a:ext cx="47374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N2O: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81" name="TextBox 5080">
            <a:extLst>
              <a:ext uri="{FF2B5EF4-FFF2-40B4-BE49-F238E27FC236}">
                <a16:creationId xmlns:a16="http://schemas.microsoft.com/office/drawing/2014/main" id="{ABF8772D-672E-36D2-1E7C-AB488168A55C}"/>
              </a:ext>
            </a:extLst>
          </p:cNvPr>
          <p:cNvSpPr txBox="1">
            <a:spLocks/>
          </p:cNvSpPr>
          <p:nvPr userDrawn="1"/>
        </p:nvSpPr>
        <p:spPr>
          <a:xfrm>
            <a:off x="4459859" y="6596363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SEV: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82" name="TextBox 5081">
            <a:extLst>
              <a:ext uri="{FF2B5EF4-FFF2-40B4-BE49-F238E27FC236}">
                <a16:creationId xmlns:a16="http://schemas.microsoft.com/office/drawing/2014/main" id="{087F1E7F-1758-1356-6F69-60C869DAC80D}"/>
              </a:ext>
            </a:extLst>
          </p:cNvPr>
          <p:cNvSpPr txBox="1">
            <a:spLocks/>
          </p:cNvSpPr>
          <p:nvPr userDrawn="1"/>
        </p:nvSpPr>
        <p:spPr>
          <a:xfrm>
            <a:off x="4459859" y="6686433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DES: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83" name="TextBox 5082">
            <a:extLst>
              <a:ext uri="{FF2B5EF4-FFF2-40B4-BE49-F238E27FC236}">
                <a16:creationId xmlns:a16="http://schemas.microsoft.com/office/drawing/2014/main" id="{2E53698D-0237-E13F-E9CF-12D497BC935E}"/>
              </a:ext>
            </a:extLst>
          </p:cNvPr>
          <p:cNvSpPr txBox="1">
            <a:spLocks/>
          </p:cNvSpPr>
          <p:nvPr userDrawn="1"/>
        </p:nvSpPr>
        <p:spPr>
          <a:xfrm>
            <a:off x="4459859" y="6513986"/>
            <a:ext cx="42955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85" name="TextBox 5084">
            <a:extLst>
              <a:ext uri="{FF2B5EF4-FFF2-40B4-BE49-F238E27FC236}">
                <a16:creationId xmlns:a16="http://schemas.microsoft.com/office/drawing/2014/main" id="{1484B8DC-40A7-3E4F-545E-8895716BE509}"/>
              </a:ext>
            </a:extLst>
          </p:cNvPr>
          <p:cNvSpPr txBox="1"/>
          <p:nvPr userDrawn="1"/>
        </p:nvSpPr>
        <p:spPr>
          <a:xfrm>
            <a:off x="95649" y="6197964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RESP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5086" name="그림 5085">
            <a:extLst>
              <a:ext uri="{FF2B5EF4-FFF2-40B4-BE49-F238E27FC236}">
                <a16:creationId xmlns:a16="http://schemas.microsoft.com/office/drawing/2014/main" id="{7DF77DD9-A347-56DB-1471-87C0FD6DD1D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64653" y="6310664"/>
            <a:ext cx="1648849" cy="124293"/>
          </a:xfrm>
          <a:prstGeom prst="rect">
            <a:avLst/>
          </a:prstGeom>
        </p:spPr>
      </p:pic>
      <p:sp>
        <p:nvSpPr>
          <p:cNvPr id="5087" name="TextBox 5086">
            <a:extLst>
              <a:ext uri="{FF2B5EF4-FFF2-40B4-BE49-F238E27FC236}">
                <a16:creationId xmlns:a16="http://schemas.microsoft.com/office/drawing/2014/main" id="{8E01AB8F-CE87-D4B1-F820-D7686AB7BB61}"/>
              </a:ext>
            </a:extLst>
          </p:cNvPr>
          <p:cNvSpPr txBox="1"/>
          <p:nvPr userDrawn="1"/>
        </p:nvSpPr>
        <p:spPr>
          <a:xfrm>
            <a:off x="95649" y="6503656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CAPNO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5088" name="그림 5087">
            <a:extLst>
              <a:ext uri="{FF2B5EF4-FFF2-40B4-BE49-F238E27FC236}">
                <a16:creationId xmlns:a16="http://schemas.microsoft.com/office/drawing/2014/main" id="{C55981E9-64C1-9B64-C2CC-6330350C271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grayscl/>
            <a:alphaModFix amt="70000"/>
          </a:blip>
          <a:srcRect/>
          <a:stretch/>
        </p:blipFill>
        <p:spPr>
          <a:xfrm>
            <a:off x="64653" y="6616354"/>
            <a:ext cx="2803480" cy="165551"/>
          </a:xfrm>
          <a:prstGeom prst="rect">
            <a:avLst/>
          </a:prstGeom>
        </p:spPr>
      </p:pic>
      <p:pic>
        <p:nvPicPr>
          <p:cNvPr id="5089" name="그림 5088">
            <a:extLst>
              <a:ext uri="{FF2B5EF4-FFF2-40B4-BE49-F238E27FC236}">
                <a16:creationId xmlns:a16="http://schemas.microsoft.com/office/drawing/2014/main" id="{B0C9886B-2E9D-9D2F-EB36-ACDAAF3EAF4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9973"/>
          <a:stretch/>
        </p:blipFill>
        <p:spPr>
          <a:xfrm>
            <a:off x="1713501" y="6310664"/>
            <a:ext cx="1154632" cy="124293"/>
          </a:xfrm>
          <a:prstGeom prst="rect">
            <a:avLst/>
          </a:prstGeom>
        </p:spPr>
      </p:pic>
      <p:sp>
        <p:nvSpPr>
          <p:cNvPr id="5090" name="직사각형 5089">
            <a:extLst>
              <a:ext uri="{FF2B5EF4-FFF2-40B4-BE49-F238E27FC236}">
                <a16:creationId xmlns:a16="http://schemas.microsoft.com/office/drawing/2014/main" id="{12289EA9-34B9-CD36-2851-C8C8BFA07029}"/>
              </a:ext>
            </a:extLst>
          </p:cNvPr>
          <p:cNvSpPr/>
          <p:nvPr userDrawn="1"/>
        </p:nvSpPr>
        <p:spPr>
          <a:xfrm>
            <a:off x="96636" y="6305635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91" name="TextBox 5090">
            <a:extLst>
              <a:ext uri="{FF2B5EF4-FFF2-40B4-BE49-F238E27FC236}">
                <a16:creationId xmlns:a16="http://schemas.microsoft.com/office/drawing/2014/main" id="{23199B20-7B4E-199A-8546-DAEDFD7423B4}"/>
              </a:ext>
            </a:extLst>
          </p:cNvPr>
          <p:cNvSpPr txBox="1"/>
          <p:nvPr userDrawn="1"/>
        </p:nvSpPr>
        <p:spPr>
          <a:xfrm>
            <a:off x="94277" y="6429813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1Ω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960" name="사각형: 둥근 모서리 4959">
            <a:extLst>
              <a:ext uri="{FF2B5EF4-FFF2-40B4-BE49-F238E27FC236}">
                <a16:creationId xmlns:a16="http://schemas.microsoft.com/office/drawing/2014/main" id="{B465F41A-2A32-5661-A4D7-B9C0CFDF53FF}"/>
              </a:ext>
            </a:extLst>
          </p:cNvPr>
          <p:cNvSpPr/>
          <p:nvPr userDrawn="1"/>
        </p:nvSpPr>
        <p:spPr>
          <a:xfrm>
            <a:off x="4889166" y="5345142"/>
            <a:ext cx="698958" cy="18119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961" name="TextBox 4960">
            <a:extLst>
              <a:ext uri="{FF2B5EF4-FFF2-40B4-BE49-F238E27FC236}">
                <a16:creationId xmlns:a16="http://schemas.microsoft.com/office/drawing/2014/main" id="{C585D23D-AA69-A5D2-C979-A6A01D0BB67E}"/>
              </a:ext>
            </a:extLst>
          </p:cNvPr>
          <p:cNvSpPr txBox="1"/>
          <p:nvPr userDrawn="1"/>
        </p:nvSpPr>
        <p:spPr>
          <a:xfrm>
            <a:off x="4964085" y="5365554"/>
            <a:ext cx="549119" cy="1403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BED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-</a:t>
            </a:r>
            <a:r>
              <a: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08</a:t>
            </a:r>
            <a:endParaRPr lang="ko-KR" altLang="en-US" sz="9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962" name="TextBox 4961">
            <a:extLst>
              <a:ext uri="{FF2B5EF4-FFF2-40B4-BE49-F238E27FC236}">
                <a16:creationId xmlns:a16="http://schemas.microsoft.com/office/drawing/2014/main" id="{36BE95CE-5C5A-6CDC-35E4-6C8C73DFD19A}"/>
              </a:ext>
            </a:extLst>
          </p:cNvPr>
          <p:cNvSpPr txBox="1"/>
          <p:nvPr userDrawn="1"/>
        </p:nvSpPr>
        <p:spPr>
          <a:xfrm>
            <a:off x="5773896" y="5381150"/>
            <a:ext cx="120263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Hong Gil Dong, 20461445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963" name="그래픽 4962" descr="벨소리 단색으로 채워진">
            <a:extLst>
              <a:ext uri="{FF2B5EF4-FFF2-40B4-BE49-F238E27FC236}">
                <a16:creationId xmlns:a16="http://schemas.microsoft.com/office/drawing/2014/main" id="{E7A01D24-7777-6580-854F-BE5B574969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1476" y="5375834"/>
            <a:ext cx="118270" cy="119809"/>
          </a:xfrm>
          <a:prstGeom prst="rect">
            <a:avLst/>
          </a:prstGeom>
        </p:spPr>
      </p:pic>
      <p:sp>
        <p:nvSpPr>
          <p:cNvPr id="4964" name="TextBox 4963">
            <a:extLst>
              <a:ext uri="{FF2B5EF4-FFF2-40B4-BE49-F238E27FC236}">
                <a16:creationId xmlns:a16="http://schemas.microsoft.com/office/drawing/2014/main" id="{A8095833-6A42-3856-F6B1-03ED0D4FB229}"/>
              </a:ext>
            </a:extLst>
          </p:cNvPr>
          <p:cNvSpPr txBox="1">
            <a:spLocks/>
          </p:cNvSpPr>
          <p:nvPr userDrawn="1"/>
        </p:nvSpPr>
        <p:spPr>
          <a:xfrm>
            <a:off x="4920160" y="5536471"/>
            <a:ext cx="27052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LEAD Ⅱ 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965" name="TextBox 4964">
            <a:extLst>
              <a:ext uri="{FF2B5EF4-FFF2-40B4-BE49-F238E27FC236}">
                <a16:creationId xmlns:a16="http://schemas.microsoft.com/office/drawing/2014/main" id="{864F544F-EDA5-5C31-B148-B8533AFFC2B0}"/>
              </a:ext>
            </a:extLst>
          </p:cNvPr>
          <p:cNvSpPr txBox="1">
            <a:spLocks/>
          </p:cNvSpPr>
          <p:nvPr userDrawn="1"/>
        </p:nvSpPr>
        <p:spPr>
          <a:xfrm>
            <a:off x="7736834" y="5543125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66" name="TextBox 4965">
            <a:extLst>
              <a:ext uri="{FF2B5EF4-FFF2-40B4-BE49-F238E27FC236}">
                <a16:creationId xmlns:a16="http://schemas.microsoft.com/office/drawing/2014/main" id="{78CAA156-C5B8-8D96-5A7D-78FCCA03C845}"/>
              </a:ext>
            </a:extLst>
          </p:cNvPr>
          <p:cNvSpPr txBox="1">
            <a:spLocks/>
          </p:cNvSpPr>
          <p:nvPr userDrawn="1"/>
        </p:nvSpPr>
        <p:spPr>
          <a:xfrm>
            <a:off x="7736834" y="5634333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67" name="TextBox 4966">
            <a:extLst>
              <a:ext uri="{FF2B5EF4-FFF2-40B4-BE49-F238E27FC236}">
                <a16:creationId xmlns:a16="http://schemas.microsoft.com/office/drawing/2014/main" id="{1DB792C4-936E-986B-E3C3-B466AB28208A}"/>
              </a:ext>
            </a:extLst>
          </p:cNvPr>
          <p:cNvSpPr txBox="1">
            <a:spLocks/>
          </p:cNvSpPr>
          <p:nvPr userDrawn="1"/>
        </p:nvSpPr>
        <p:spPr>
          <a:xfrm>
            <a:off x="7736833" y="572339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68" name="TextBox 4967">
            <a:extLst>
              <a:ext uri="{FF2B5EF4-FFF2-40B4-BE49-F238E27FC236}">
                <a16:creationId xmlns:a16="http://schemas.microsoft.com/office/drawing/2014/main" id="{6C4E62B3-BD53-43C4-BDE6-3A8DB53B1F20}"/>
              </a:ext>
            </a:extLst>
          </p:cNvPr>
          <p:cNvSpPr txBox="1">
            <a:spLocks/>
          </p:cNvSpPr>
          <p:nvPr userDrawn="1"/>
        </p:nvSpPr>
        <p:spPr>
          <a:xfrm>
            <a:off x="8300243" y="5526336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60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69" name="TextBox 4968">
            <a:extLst>
              <a:ext uri="{FF2B5EF4-FFF2-40B4-BE49-F238E27FC236}">
                <a16:creationId xmlns:a16="http://schemas.microsoft.com/office/drawing/2014/main" id="{CEB39999-70C9-F849-E18F-FF11D56C9504}"/>
              </a:ext>
            </a:extLst>
          </p:cNvPr>
          <p:cNvSpPr txBox="1">
            <a:spLocks/>
          </p:cNvSpPr>
          <p:nvPr userDrawn="1"/>
        </p:nvSpPr>
        <p:spPr>
          <a:xfrm>
            <a:off x="7736834" y="5854419"/>
            <a:ext cx="252358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SpO2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70" name="TextBox 4969">
            <a:extLst>
              <a:ext uri="{FF2B5EF4-FFF2-40B4-BE49-F238E27FC236}">
                <a16:creationId xmlns:a16="http://schemas.microsoft.com/office/drawing/2014/main" id="{9BAED618-7B01-968A-F136-2B3E0E91B1EA}"/>
              </a:ext>
            </a:extLst>
          </p:cNvPr>
          <p:cNvSpPr txBox="1">
            <a:spLocks/>
          </p:cNvSpPr>
          <p:nvPr userDrawn="1"/>
        </p:nvSpPr>
        <p:spPr>
          <a:xfrm>
            <a:off x="7736834" y="5945626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71" name="TextBox 4970">
            <a:extLst>
              <a:ext uri="{FF2B5EF4-FFF2-40B4-BE49-F238E27FC236}">
                <a16:creationId xmlns:a16="http://schemas.microsoft.com/office/drawing/2014/main" id="{70F836BC-4EBD-0FCC-C9CF-1F20C3D41742}"/>
              </a:ext>
            </a:extLst>
          </p:cNvPr>
          <p:cNvSpPr txBox="1">
            <a:spLocks/>
          </p:cNvSpPr>
          <p:nvPr userDrawn="1"/>
        </p:nvSpPr>
        <p:spPr>
          <a:xfrm>
            <a:off x="7736833" y="6034685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100/50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72" name="TextBox 4971">
            <a:extLst>
              <a:ext uri="{FF2B5EF4-FFF2-40B4-BE49-F238E27FC236}">
                <a16:creationId xmlns:a16="http://schemas.microsoft.com/office/drawing/2014/main" id="{6ED94B32-28B5-2823-FB8D-DF2463E8FDB2}"/>
              </a:ext>
            </a:extLst>
          </p:cNvPr>
          <p:cNvSpPr txBox="1">
            <a:spLocks/>
          </p:cNvSpPr>
          <p:nvPr userDrawn="1"/>
        </p:nvSpPr>
        <p:spPr>
          <a:xfrm>
            <a:off x="8300243" y="5835216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98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73" name="TextBox 4972">
            <a:extLst>
              <a:ext uri="{FF2B5EF4-FFF2-40B4-BE49-F238E27FC236}">
                <a16:creationId xmlns:a16="http://schemas.microsoft.com/office/drawing/2014/main" id="{E21EDCB0-EA77-342C-555B-AF445CA79EB7}"/>
              </a:ext>
            </a:extLst>
          </p:cNvPr>
          <p:cNvSpPr txBox="1">
            <a:spLocks/>
          </p:cNvSpPr>
          <p:nvPr userDrawn="1"/>
        </p:nvSpPr>
        <p:spPr>
          <a:xfrm>
            <a:off x="8749457" y="5543125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ABP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74" name="TextBox 4973">
            <a:extLst>
              <a:ext uri="{FF2B5EF4-FFF2-40B4-BE49-F238E27FC236}">
                <a16:creationId xmlns:a16="http://schemas.microsoft.com/office/drawing/2014/main" id="{78960C91-9465-549D-1EAE-2AE1C6BC36A1}"/>
              </a:ext>
            </a:extLst>
          </p:cNvPr>
          <p:cNvSpPr txBox="1">
            <a:spLocks/>
          </p:cNvSpPr>
          <p:nvPr userDrawn="1"/>
        </p:nvSpPr>
        <p:spPr>
          <a:xfrm>
            <a:off x="8749457" y="5634333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76" name="TextBox 4975">
            <a:extLst>
              <a:ext uri="{FF2B5EF4-FFF2-40B4-BE49-F238E27FC236}">
                <a16:creationId xmlns:a16="http://schemas.microsoft.com/office/drawing/2014/main" id="{D4BD0719-D5E6-2F3A-19DA-BA22FB6165C2}"/>
              </a:ext>
            </a:extLst>
          </p:cNvPr>
          <p:cNvSpPr txBox="1">
            <a:spLocks/>
          </p:cNvSpPr>
          <p:nvPr userDrawn="1"/>
        </p:nvSpPr>
        <p:spPr>
          <a:xfrm>
            <a:off x="8749456" y="5854419"/>
            <a:ext cx="265946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ART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77" name="TextBox 4976">
            <a:extLst>
              <a:ext uri="{FF2B5EF4-FFF2-40B4-BE49-F238E27FC236}">
                <a16:creationId xmlns:a16="http://schemas.microsoft.com/office/drawing/2014/main" id="{667A8824-CC79-6F7A-CB2E-D768D240A671}"/>
              </a:ext>
            </a:extLst>
          </p:cNvPr>
          <p:cNvSpPr txBox="1">
            <a:spLocks/>
          </p:cNvSpPr>
          <p:nvPr userDrawn="1"/>
        </p:nvSpPr>
        <p:spPr>
          <a:xfrm>
            <a:off x="8749456" y="5945626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mmHg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79" name="TextBox 4978">
            <a:extLst>
              <a:ext uri="{FF2B5EF4-FFF2-40B4-BE49-F238E27FC236}">
                <a16:creationId xmlns:a16="http://schemas.microsoft.com/office/drawing/2014/main" id="{9611FA39-EE15-8D7D-A2EE-2D7650763FC6}"/>
              </a:ext>
            </a:extLst>
          </p:cNvPr>
          <p:cNvSpPr txBox="1">
            <a:spLocks/>
          </p:cNvSpPr>
          <p:nvPr userDrawn="1"/>
        </p:nvSpPr>
        <p:spPr>
          <a:xfrm>
            <a:off x="8918350" y="5865483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80" name="TextBox 4979">
            <a:extLst>
              <a:ext uri="{FF2B5EF4-FFF2-40B4-BE49-F238E27FC236}">
                <a16:creationId xmlns:a16="http://schemas.microsoft.com/office/drawing/2014/main" id="{F55E1E96-C5A8-7008-C16D-6EF618D5BE40}"/>
              </a:ext>
            </a:extLst>
          </p:cNvPr>
          <p:cNvSpPr txBox="1">
            <a:spLocks/>
          </p:cNvSpPr>
          <p:nvPr userDrawn="1"/>
        </p:nvSpPr>
        <p:spPr>
          <a:xfrm>
            <a:off x="8949591" y="6032779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4981" name="그림 4980">
            <a:extLst>
              <a:ext uri="{FF2B5EF4-FFF2-40B4-BE49-F238E27FC236}">
                <a16:creationId xmlns:a16="http://schemas.microsoft.com/office/drawing/2014/main" id="{B27DB70F-88AE-CA55-EEC6-26C1460318F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47252" y="5601999"/>
            <a:ext cx="673479" cy="171703"/>
          </a:xfrm>
          <a:prstGeom prst="rect">
            <a:avLst/>
          </a:prstGeom>
          <a:noFill/>
        </p:spPr>
      </p:pic>
      <p:pic>
        <p:nvPicPr>
          <p:cNvPr id="4982" name="그림 4981">
            <a:extLst>
              <a:ext uri="{FF2B5EF4-FFF2-40B4-BE49-F238E27FC236}">
                <a16:creationId xmlns:a16="http://schemas.microsoft.com/office/drawing/2014/main" id="{F6FF6FC6-DF82-A700-6DA5-D42E1A3DD22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820732" y="5601999"/>
            <a:ext cx="673479" cy="171703"/>
          </a:xfrm>
          <a:prstGeom prst="rect">
            <a:avLst/>
          </a:prstGeom>
          <a:noFill/>
        </p:spPr>
      </p:pic>
      <p:pic>
        <p:nvPicPr>
          <p:cNvPr id="4983" name="그림 4982">
            <a:extLst>
              <a:ext uri="{FF2B5EF4-FFF2-40B4-BE49-F238E27FC236}">
                <a16:creationId xmlns:a16="http://schemas.microsoft.com/office/drawing/2014/main" id="{7B07871B-212E-DAF9-30B8-49C68A5134A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493100" y="5601999"/>
            <a:ext cx="673479" cy="171703"/>
          </a:xfrm>
          <a:prstGeom prst="rect">
            <a:avLst/>
          </a:prstGeom>
          <a:noFill/>
        </p:spPr>
      </p:pic>
      <p:pic>
        <p:nvPicPr>
          <p:cNvPr id="4984" name="그림 4983">
            <a:extLst>
              <a:ext uri="{FF2B5EF4-FFF2-40B4-BE49-F238E27FC236}">
                <a16:creationId xmlns:a16="http://schemas.microsoft.com/office/drawing/2014/main" id="{A0483C21-6316-D630-2806-20B637CE0AF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43916" r="22170"/>
          <a:stretch/>
        </p:blipFill>
        <p:spPr>
          <a:xfrm>
            <a:off x="4918876" y="5601999"/>
            <a:ext cx="228401" cy="171703"/>
          </a:xfrm>
          <a:prstGeom prst="rect">
            <a:avLst/>
          </a:prstGeom>
          <a:noFill/>
        </p:spPr>
      </p:pic>
      <p:pic>
        <p:nvPicPr>
          <p:cNvPr id="4985" name="그림 4984">
            <a:extLst>
              <a:ext uri="{FF2B5EF4-FFF2-40B4-BE49-F238E27FC236}">
                <a16:creationId xmlns:a16="http://schemas.microsoft.com/office/drawing/2014/main" id="{56E1830D-1B8A-98C1-6F79-76F34414FC9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2170"/>
          <a:stretch/>
        </p:blipFill>
        <p:spPr>
          <a:xfrm>
            <a:off x="7164592" y="5601999"/>
            <a:ext cx="524168" cy="171703"/>
          </a:xfrm>
          <a:prstGeom prst="rect">
            <a:avLst/>
          </a:prstGeom>
          <a:noFill/>
        </p:spPr>
      </p:pic>
      <p:sp>
        <p:nvSpPr>
          <p:cNvPr id="4986" name="직사각형 4985">
            <a:extLst>
              <a:ext uri="{FF2B5EF4-FFF2-40B4-BE49-F238E27FC236}">
                <a16:creationId xmlns:a16="http://schemas.microsoft.com/office/drawing/2014/main" id="{3728CDD5-A75F-F2F8-02C1-826451177651}"/>
              </a:ext>
            </a:extLst>
          </p:cNvPr>
          <p:cNvSpPr/>
          <p:nvPr userDrawn="1"/>
        </p:nvSpPr>
        <p:spPr>
          <a:xfrm>
            <a:off x="4921147" y="5643292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87" name="TextBox 4986">
            <a:extLst>
              <a:ext uri="{FF2B5EF4-FFF2-40B4-BE49-F238E27FC236}">
                <a16:creationId xmlns:a16="http://schemas.microsoft.com/office/drawing/2014/main" id="{417A4351-77EB-5968-CDCF-E3A19D9D3BA7}"/>
              </a:ext>
            </a:extLst>
          </p:cNvPr>
          <p:cNvSpPr txBox="1"/>
          <p:nvPr userDrawn="1"/>
        </p:nvSpPr>
        <p:spPr>
          <a:xfrm>
            <a:off x="4918788" y="5779048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1mV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988" name="직사각형 4987">
            <a:extLst>
              <a:ext uri="{FF2B5EF4-FFF2-40B4-BE49-F238E27FC236}">
                <a16:creationId xmlns:a16="http://schemas.microsoft.com/office/drawing/2014/main" id="{4861EAB6-57D3-DEE0-1540-C3B00468F13B}"/>
              </a:ext>
            </a:extLst>
          </p:cNvPr>
          <p:cNvSpPr>
            <a:spLocks/>
          </p:cNvSpPr>
          <p:nvPr userDrawn="1"/>
        </p:nvSpPr>
        <p:spPr>
          <a:xfrm>
            <a:off x="7693688" y="5529416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89" name="직사각형 4988">
            <a:extLst>
              <a:ext uri="{FF2B5EF4-FFF2-40B4-BE49-F238E27FC236}">
                <a16:creationId xmlns:a16="http://schemas.microsoft.com/office/drawing/2014/main" id="{8CCDD95D-9253-FD6D-5D2B-7B4C00E81F74}"/>
              </a:ext>
            </a:extLst>
          </p:cNvPr>
          <p:cNvSpPr>
            <a:spLocks/>
          </p:cNvSpPr>
          <p:nvPr userDrawn="1"/>
        </p:nvSpPr>
        <p:spPr>
          <a:xfrm>
            <a:off x="8703318" y="5529416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90" name="직사각형 4989">
            <a:extLst>
              <a:ext uri="{FF2B5EF4-FFF2-40B4-BE49-F238E27FC236}">
                <a16:creationId xmlns:a16="http://schemas.microsoft.com/office/drawing/2014/main" id="{AA6CDED7-6BDF-3E3C-33E0-1C80E30DD07D}"/>
              </a:ext>
            </a:extLst>
          </p:cNvPr>
          <p:cNvSpPr>
            <a:spLocks/>
          </p:cNvSpPr>
          <p:nvPr userDrawn="1"/>
        </p:nvSpPr>
        <p:spPr>
          <a:xfrm>
            <a:off x="7693688" y="5850099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91" name="직사각형 4990">
            <a:extLst>
              <a:ext uri="{FF2B5EF4-FFF2-40B4-BE49-F238E27FC236}">
                <a16:creationId xmlns:a16="http://schemas.microsoft.com/office/drawing/2014/main" id="{A84713F9-380E-C306-A106-E51C581A8FFD}"/>
              </a:ext>
            </a:extLst>
          </p:cNvPr>
          <p:cNvSpPr>
            <a:spLocks/>
          </p:cNvSpPr>
          <p:nvPr userDrawn="1"/>
        </p:nvSpPr>
        <p:spPr>
          <a:xfrm>
            <a:off x="8703318" y="5850099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992" name="TextBox 4991">
            <a:extLst>
              <a:ext uri="{FF2B5EF4-FFF2-40B4-BE49-F238E27FC236}">
                <a16:creationId xmlns:a16="http://schemas.microsoft.com/office/drawing/2014/main" id="{11727020-A016-0D7F-22CA-07190271657B}"/>
              </a:ext>
            </a:extLst>
          </p:cNvPr>
          <p:cNvSpPr txBox="1">
            <a:spLocks/>
          </p:cNvSpPr>
          <p:nvPr userDrawn="1"/>
        </p:nvSpPr>
        <p:spPr>
          <a:xfrm>
            <a:off x="7736834" y="6183403"/>
            <a:ext cx="188962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RR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93" name="TextBox 4992">
            <a:extLst>
              <a:ext uri="{FF2B5EF4-FFF2-40B4-BE49-F238E27FC236}">
                <a16:creationId xmlns:a16="http://schemas.microsoft.com/office/drawing/2014/main" id="{95904BAC-FC08-2953-6180-4C1B0E2E00CE}"/>
              </a:ext>
            </a:extLst>
          </p:cNvPr>
          <p:cNvSpPr txBox="1">
            <a:spLocks/>
          </p:cNvSpPr>
          <p:nvPr userDrawn="1"/>
        </p:nvSpPr>
        <p:spPr>
          <a:xfrm>
            <a:off x="7736834" y="627461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rpm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94" name="TextBox 4993">
            <a:extLst>
              <a:ext uri="{FF2B5EF4-FFF2-40B4-BE49-F238E27FC236}">
                <a16:creationId xmlns:a16="http://schemas.microsoft.com/office/drawing/2014/main" id="{B55FE1CF-4184-743F-26BC-03C259CF6A54}"/>
              </a:ext>
            </a:extLst>
          </p:cNvPr>
          <p:cNvSpPr txBox="1">
            <a:spLocks/>
          </p:cNvSpPr>
          <p:nvPr userDrawn="1"/>
        </p:nvSpPr>
        <p:spPr>
          <a:xfrm>
            <a:off x="7736833" y="6363669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40/8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95" name="TextBox 4994">
            <a:extLst>
              <a:ext uri="{FF2B5EF4-FFF2-40B4-BE49-F238E27FC236}">
                <a16:creationId xmlns:a16="http://schemas.microsoft.com/office/drawing/2014/main" id="{4833CA48-FDE4-AFC9-9416-AFB9E451F1B2}"/>
              </a:ext>
            </a:extLst>
          </p:cNvPr>
          <p:cNvSpPr txBox="1">
            <a:spLocks/>
          </p:cNvSpPr>
          <p:nvPr userDrawn="1"/>
        </p:nvSpPr>
        <p:spPr>
          <a:xfrm>
            <a:off x="8300243" y="6164201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96" name="TextBox 4995">
            <a:extLst>
              <a:ext uri="{FF2B5EF4-FFF2-40B4-BE49-F238E27FC236}">
                <a16:creationId xmlns:a16="http://schemas.microsoft.com/office/drawing/2014/main" id="{2FAA4651-1232-1596-FE9E-D18ECD2236D1}"/>
              </a:ext>
            </a:extLst>
          </p:cNvPr>
          <p:cNvSpPr txBox="1">
            <a:spLocks/>
          </p:cNvSpPr>
          <p:nvPr userDrawn="1"/>
        </p:nvSpPr>
        <p:spPr>
          <a:xfrm>
            <a:off x="7736833" y="6492284"/>
            <a:ext cx="294427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EtCO2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97" name="TextBox 4996">
            <a:extLst>
              <a:ext uri="{FF2B5EF4-FFF2-40B4-BE49-F238E27FC236}">
                <a16:creationId xmlns:a16="http://schemas.microsoft.com/office/drawing/2014/main" id="{56D18588-55CC-A95C-A576-5870DF55F130}"/>
              </a:ext>
            </a:extLst>
          </p:cNvPr>
          <p:cNvSpPr txBox="1">
            <a:spLocks/>
          </p:cNvSpPr>
          <p:nvPr userDrawn="1"/>
        </p:nvSpPr>
        <p:spPr>
          <a:xfrm>
            <a:off x="7736834" y="658349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%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98" name="TextBox 4997">
            <a:extLst>
              <a:ext uri="{FF2B5EF4-FFF2-40B4-BE49-F238E27FC236}">
                <a16:creationId xmlns:a16="http://schemas.microsoft.com/office/drawing/2014/main" id="{92B66BCF-C83D-7CDD-74F1-1E8B6EE2301A}"/>
              </a:ext>
            </a:extLst>
          </p:cNvPr>
          <p:cNvSpPr txBox="1">
            <a:spLocks/>
          </p:cNvSpPr>
          <p:nvPr userDrawn="1"/>
        </p:nvSpPr>
        <p:spPr>
          <a:xfrm>
            <a:off x="7736833" y="6672550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80/0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999" name="TextBox 4998">
            <a:extLst>
              <a:ext uri="{FF2B5EF4-FFF2-40B4-BE49-F238E27FC236}">
                <a16:creationId xmlns:a16="http://schemas.microsoft.com/office/drawing/2014/main" id="{E5DA60E7-31C1-8FAD-1FB4-1ABD0F6C3F2B}"/>
              </a:ext>
            </a:extLst>
          </p:cNvPr>
          <p:cNvSpPr txBox="1">
            <a:spLocks/>
          </p:cNvSpPr>
          <p:nvPr userDrawn="1"/>
        </p:nvSpPr>
        <p:spPr>
          <a:xfrm>
            <a:off x="8300243" y="6473081"/>
            <a:ext cx="386313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33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00" name="TextBox 4999">
            <a:extLst>
              <a:ext uri="{FF2B5EF4-FFF2-40B4-BE49-F238E27FC236}">
                <a16:creationId xmlns:a16="http://schemas.microsoft.com/office/drawing/2014/main" id="{4A34723E-9625-DF62-7FAF-D2F882567BCA}"/>
              </a:ext>
            </a:extLst>
          </p:cNvPr>
          <p:cNvSpPr txBox="1">
            <a:spLocks/>
          </p:cNvSpPr>
          <p:nvPr userDrawn="1"/>
        </p:nvSpPr>
        <p:spPr>
          <a:xfrm>
            <a:off x="8749457" y="6183403"/>
            <a:ext cx="284171" cy="1091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Temp1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01" name="TextBox 5000">
            <a:extLst>
              <a:ext uri="{FF2B5EF4-FFF2-40B4-BE49-F238E27FC236}">
                <a16:creationId xmlns:a16="http://schemas.microsoft.com/office/drawing/2014/main" id="{1229829E-7721-0321-19DA-29B835B9922F}"/>
              </a:ext>
            </a:extLst>
          </p:cNvPr>
          <p:cNvSpPr txBox="1">
            <a:spLocks/>
          </p:cNvSpPr>
          <p:nvPr userDrawn="1"/>
        </p:nvSpPr>
        <p:spPr>
          <a:xfrm>
            <a:off x="8749457" y="627461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℃</a:t>
            </a:r>
          </a:p>
        </p:txBody>
      </p:sp>
      <p:sp>
        <p:nvSpPr>
          <p:cNvPr id="5002" name="TextBox 5001">
            <a:extLst>
              <a:ext uri="{FF2B5EF4-FFF2-40B4-BE49-F238E27FC236}">
                <a16:creationId xmlns:a16="http://schemas.microsoft.com/office/drawing/2014/main" id="{D753F572-4349-6A73-3DED-FB5718BC9727}"/>
              </a:ext>
            </a:extLst>
          </p:cNvPr>
          <p:cNvSpPr txBox="1">
            <a:spLocks/>
          </p:cNvSpPr>
          <p:nvPr userDrawn="1"/>
        </p:nvSpPr>
        <p:spPr>
          <a:xfrm>
            <a:off x="8749456" y="6363669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41.0/34.0</a:t>
            </a:r>
            <a:endParaRPr lang="ko-KR" altLang="en-US" sz="6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03" name="TextBox 5002">
            <a:extLst>
              <a:ext uri="{FF2B5EF4-FFF2-40B4-BE49-F238E27FC236}">
                <a16:creationId xmlns:a16="http://schemas.microsoft.com/office/drawing/2014/main" id="{6FFCD12B-941C-1F8E-C7C8-4F3C03D84001}"/>
              </a:ext>
            </a:extLst>
          </p:cNvPr>
          <p:cNvSpPr txBox="1">
            <a:spLocks/>
          </p:cNvSpPr>
          <p:nvPr userDrawn="1"/>
        </p:nvSpPr>
        <p:spPr>
          <a:xfrm>
            <a:off x="9034561" y="6164201"/>
            <a:ext cx="659855" cy="3587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23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36.5</a:t>
            </a:r>
            <a:endParaRPr lang="ko-KR" altLang="en-US" sz="23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04" name="TextBox 5003">
            <a:extLst>
              <a:ext uri="{FF2B5EF4-FFF2-40B4-BE49-F238E27FC236}">
                <a16:creationId xmlns:a16="http://schemas.microsoft.com/office/drawing/2014/main" id="{7D9B1479-E0BD-9325-DAB2-FEBE0EAF3F6F}"/>
              </a:ext>
            </a:extLst>
          </p:cNvPr>
          <p:cNvSpPr txBox="1">
            <a:spLocks/>
          </p:cNvSpPr>
          <p:nvPr userDrawn="1"/>
        </p:nvSpPr>
        <p:spPr>
          <a:xfrm>
            <a:off x="8749456" y="6492284"/>
            <a:ext cx="47074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GAS(Ex/In)</a:t>
            </a:r>
            <a:endParaRPr lang="ko-KR" altLang="en-US" sz="700" b="1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05" name="TextBox 5004">
            <a:extLst>
              <a:ext uri="{FF2B5EF4-FFF2-40B4-BE49-F238E27FC236}">
                <a16:creationId xmlns:a16="http://schemas.microsoft.com/office/drawing/2014/main" id="{211EA600-4AE8-0701-1C52-E99110175AAD}"/>
              </a:ext>
            </a:extLst>
          </p:cNvPr>
          <p:cNvSpPr txBox="1">
            <a:spLocks/>
          </p:cNvSpPr>
          <p:nvPr userDrawn="1"/>
        </p:nvSpPr>
        <p:spPr>
          <a:xfrm>
            <a:off x="8749456" y="6583491"/>
            <a:ext cx="38631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06" name="직사각형 5005">
            <a:extLst>
              <a:ext uri="{FF2B5EF4-FFF2-40B4-BE49-F238E27FC236}">
                <a16:creationId xmlns:a16="http://schemas.microsoft.com/office/drawing/2014/main" id="{33E30A59-D58D-A898-7873-C3B4C1FC9459}"/>
              </a:ext>
            </a:extLst>
          </p:cNvPr>
          <p:cNvSpPr>
            <a:spLocks/>
          </p:cNvSpPr>
          <p:nvPr userDrawn="1"/>
        </p:nvSpPr>
        <p:spPr>
          <a:xfrm>
            <a:off x="7693688" y="6169695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07" name="직사각형 5006">
            <a:extLst>
              <a:ext uri="{FF2B5EF4-FFF2-40B4-BE49-F238E27FC236}">
                <a16:creationId xmlns:a16="http://schemas.microsoft.com/office/drawing/2014/main" id="{7CD3B3CB-F5FE-0B28-5A32-59C8B0064D0E}"/>
              </a:ext>
            </a:extLst>
          </p:cNvPr>
          <p:cNvSpPr>
            <a:spLocks/>
          </p:cNvSpPr>
          <p:nvPr userDrawn="1"/>
        </p:nvSpPr>
        <p:spPr>
          <a:xfrm>
            <a:off x="8703318" y="6169695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08" name="직사각형 5007">
            <a:extLst>
              <a:ext uri="{FF2B5EF4-FFF2-40B4-BE49-F238E27FC236}">
                <a16:creationId xmlns:a16="http://schemas.microsoft.com/office/drawing/2014/main" id="{AC06C724-FC8A-49CD-0D6C-9142CFFD01E2}"/>
              </a:ext>
            </a:extLst>
          </p:cNvPr>
          <p:cNvSpPr>
            <a:spLocks/>
          </p:cNvSpPr>
          <p:nvPr userDrawn="1"/>
        </p:nvSpPr>
        <p:spPr>
          <a:xfrm>
            <a:off x="7693688" y="6487964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09" name="직사각형 5008">
            <a:extLst>
              <a:ext uri="{FF2B5EF4-FFF2-40B4-BE49-F238E27FC236}">
                <a16:creationId xmlns:a16="http://schemas.microsoft.com/office/drawing/2014/main" id="{F8A7EAEE-7039-D4E5-6E7B-71CA6E3EFEB2}"/>
              </a:ext>
            </a:extLst>
          </p:cNvPr>
          <p:cNvSpPr>
            <a:spLocks/>
          </p:cNvSpPr>
          <p:nvPr userDrawn="1"/>
        </p:nvSpPr>
        <p:spPr>
          <a:xfrm>
            <a:off x="8703318" y="6487964"/>
            <a:ext cx="1009672" cy="319079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010" name="TextBox 5009">
            <a:extLst>
              <a:ext uri="{FF2B5EF4-FFF2-40B4-BE49-F238E27FC236}">
                <a16:creationId xmlns:a16="http://schemas.microsoft.com/office/drawing/2014/main" id="{61054926-9F6D-B9A8-CBA8-09BCE6CDAAEE}"/>
              </a:ext>
            </a:extLst>
          </p:cNvPr>
          <p:cNvSpPr txBox="1">
            <a:spLocks/>
          </p:cNvSpPr>
          <p:nvPr userDrawn="1"/>
        </p:nvSpPr>
        <p:spPr>
          <a:xfrm>
            <a:off x="8918350" y="5544851"/>
            <a:ext cx="749588" cy="1715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1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120/80</a:t>
            </a:r>
            <a:r>
              <a:rPr lang="en-US" altLang="ko-KR" sz="1100" b="1" spc="-50" baseline="300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(94)</a:t>
            </a:r>
            <a:endParaRPr lang="ko-KR" altLang="en-US" sz="1100" b="1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11" name="TextBox 5010">
            <a:extLst>
              <a:ext uri="{FF2B5EF4-FFF2-40B4-BE49-F238E27FC236}">
                <a16:creationId xmlns:a16="http://schemas.microsoft.com/office/drawing/2014/main" id="{AEDD0CFD-CFCC-EE6D-EE17-41CF5A80E82B}"/>
              </a:ext>
            </a:extLst>
          </p:cNvPr>
          <p:cNvSpPr txBox="1">
            <a:spLocks/>
          </p:cNvSpPr>
          <p:nvPr userDrawn="1"/>
        </p:nvSpPr>
        <p:spPr>
          <a:xfrm>
            <a:off x="8949591" y="5712147"/>
            <a:ext cx="74958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168/85 90/50 110/60</a:t>
            </a:r>
            <a:endParaRPr lang="ko-KR" altLang="en-US" sz="600" spc="-50" baseline="300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12" name="TextBox 5011">
            <a:extLst>
              <a:ext uri="{FF2B5EF4-FFF2-40B4-BE49-F238E27FC236}">
                <a16:creationId xmlns:a16="http://schemas.microsoft.com/office/drawing/2014/main" id="{BEA158B5-7F0B-87CA-6011-9BB0D613731B}"/>
              </a:ext>
            </a:extLst>
          </p:cNvPr>
          <p:cNvSpPr txBox="1"/>
          <p:nvPr userDrawn="1"/>
        </p:nvSpPr>
        <p:spPr>
          <a:xfrm>
            <a:off x="4920160" y="5892273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PLETH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5013" name="그림 5012">
            <a:extLst>
              <a:ext uri="{FF2B5EF4-FFF2-40B4-BE49-F238E27FC236}">
                <a16:creationId xmlns:a16="http://schemas.microsoft.com/office/drawing/2014/main" id="{FB2FAE8B-79C5-5225-A24E-2E60C09D9AD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889164" y="6004971"/>
            <a:ext cx="2803479" cy="165551"/>
          </a:xfrm>
          <a:prstGeom prst="rect">
            <a:avLst/>
          </a:prstGeom>
        </p:spPr>
      </p:pic>
      <p:sp>
        <p:nvSpPr>
          <p:cNvPr id="5014" name="TextBox 5013">
            <a:extLst>
              <a:ext uri="{FF2B5EF4-FFF2-40B4-BE49-F238E27FC236}">
                <a16:creationId xmlns:a16="http://schemas.microsoft.com/office/drawing/2014/main" id="{4430B2D4-67B9-4EE6-0847-A46C91E2D633}"/>
              </a:ext>
            </a:extLst>
          </p:cNvPr>
          <p:cNvSpPr txBox="1">
            <a:spLocks/>
          </p:cNvSpPr>
          <p:nvPr userDrawn="1"/>
        </p:nvSpPr>
        <p:spPr>
          <a:xfrm>
            <a:off x="8749456" y="6686433"/>
            <a:ext cx="473748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N2O: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15" name="TextBox 5014">
            <a:extLst>
              <a:ext uri="{FF2B5EF4-FFF2-40B4-BE49-F238E27FC236}">
                <a16:creationId xmlns:a16="http://schemas.microsoft.com/office/drawing/2014/main" id="{9A2A6A50-89E6-6EB8-8885-3399894A8175}"/>
              </a:ext>
            </a:extLst>
          </p:cNvPr>
          <p:cNvSpPr txBox="1">
            <a:spLocks/>
          </p:cNvSpPr>
          <p:nvPr userDrawn="1"/>
        </p:nvSpPr>
        <p:spPr>
          <a:xfrm>
            <a:off x="9284370" y="6596363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SEV: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16" name="TextBox 5015">
            <a:extLst>
              <a:ext uri="{FF2B5EF4-FFF2-40B4-BE49-F238E27FC236}">
                <a16:creationId xmlns:a16="http://schemas.microsoft.com/office/drawing/2014/main" id="{19F22F8D-0CF3-A87F-C835-FC9712B496BC}"/>
              </a:ext>
            </a:extLst>
          </p:cNvPr>
          <p:cNvSpPr txBox="1">
            <a:spLocks/>
          </p:cNvSpPr>
          <p:nvPr userDrawn="1"/>
        </p:nvSpPr>
        <p:spPr>
          <a:xfrm>
            <a:off x="9284370" y="6686433"/>
            <a:ext cx="43002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DES: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17" name="TextBox 5016">
            <a:extLst>
              <a:ext uri="{FF2B5EF4-FFF2-40B4-BE49-F238E27FC236}">
                <a16:creationId xmlns:a16="http://schemas.microsoft.com/office/drawing/2014/main" id="{50E3A3C2-9916-F8C0-5118-31A6E0819DEC}"/>
              </a:ext>
            </a:extLst>
          </p:cNvPr>
          <p:cNvSpPr txBox="1">
            <a:spLocks/>
          </p:cNvSpPr>
          <p:nvPr userDrawn="1"/>
        </p:nvSpPr>
        <p:spPr>
          <a:xfrm>
            <a:off x="9284370" y="6513986"/>
            <a:ext cx="429553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CO2: mmHg</a:t>
            </a:r>
            <a:endParaRPr lang="ko-KR" altLang="en-US" sz="60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019" name="TextBox 5018">
            <a:extLst>
              <a:ext uri="{FF2B5EF4-FFF2-40B4-BE49-F238E27FC236}">
                <a16:creationId xmlns:a16="http://schemas.microsoft.com/office/drawing/2014/main" id="{6DD9DBB9-235C-F4EF-5984-C00CADEB8FCB}"/>
              </a:ext>
            </a:extLst>
          </p:cNvPr>
          <p:cNvSpPr txBox="1"/>
          <p:nvPr userDrawn="1"/>
        </p:nvSpPr>
        <p:spPr>
          <a:xfrm>
            <a:off x="4920160" y="6197964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RESP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5020" name="그림 5019">
            <a:extLst>
              <a:ext uri="{FF2B5EF4-FFF2-40B4-BE49-F238E27FC236}">
                <a16:creationId xmlns:a16="http://schemas.microsoft.com/office/drawing/2014/main" id="{606B5308-81A5-D967-EEF0-817392D82AE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889164" y="6310664"/>
            <a:ext cx="1648849" cy="124293"/>
          </a:xfrm>
          <a:prstGeom prst="rect">
            <a:avLst/>
          </a:prstGeom>
        </p:spPr>
      </p:pic>
      <p:sp>
        <p:nvSpPr>
          <p:cNvPr id="5021" name="TextBox 5020">
            <a:extLst>
              <a:ext uri="{FF2B5EF4-FFF2-40B4-BE49-F238E27FC236}">
                <a16:creationId xmlns:a16="http://schemas.microsoft.com/office/drawing/2014/main" id="{72B79674-54BE-7424-2CD5-A9D0BABF4AB0}"/>
              </a:ext>
            </a:extLst>
          </p:cNvPr>
          <p:cNvSpPr txBox="1"/>
          <p:nvPr userDrawn="1"/>
        </p:nvSpPr>
        <p:spPr>
          <a:xfrm>
            <a:off x="4920160" y="6503656"/>
            <a:ext cx="289577" cy="93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CAPNO</a:t>
            </a:r>
            <a:endParaRPr lang="ko-KR" altLang="en-US" sz="60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5022" name="그림 5021">
            <a:extLst>
              <a:ext uri="{FF2B5EF4-FFF2-40B4-BE49-F238E27FC236}">
                <a16:creationId xmlns:a16="http://schemas.microsoft.com/office/drawing/2014/main" id="{B7B39C52-4D2A-2373-B9A3-B924A782E91B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grayscl/>
            <a:alphaModFix amt="70000"/>
          </a:blip>
          <a:srcRect/>
          <a:stretch/>
        </p:blipFill>
        <p:spPr>
          <a:xfrm>
            <a:off x="4889164" y="6616354"/>
            <a:ext cx="2803480" cy="165551"/>
          </a:xfrm>
          <a:prstGeom prst="rect">
            <a:avLst/>
          </a:prstGeom>
        </p:spPr>
      </p:pic>
      <p:pic>
        <p:nvPicPr>
          <p:cNvPr id="5023" name="그림 5022">
            <a:extLst>
              <a:ext uri="{FF2B5EF4-FFF2-40B4-BE49-F238E27FC236}">
                <a16:creationId xmlns:a16="http://schemas.microsoft.com/office/drawing/2014/main" id="{9512ED57-5056-A716-6164-080362481C8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duotone>
              <a:prstClr val="black"/>
              <a:schemeClr val="tx2">
                <a:tint val="45000"/>
                <a:satMod val="400000"/>
              </a:schemeClr>
            </a:duotone>
          </a:blip>
          <a:srcRect r="29973"/>
          <a:stretch/>
        </p:blipFill>
        <p:spPr>
          <a:xfrm>
            <a:off x="6538012" y="6310664"/>
            <a:ext cx="1154632" cy="124293"/>
          </a:xfrm>
          <a:prstGeom prst="rect">
            <a:avLst/>
          </a:prstGeom>
        </p:spPr>
      </p:pic>
      <p:sp>
        <p:nvSpPr>
          <p:cNvPr id="5024" name="직사각형 5023">
            <a:extLst>
              <a:ext uri="{FF2B5EF4-FFF2-40B4-BE49-F238E27FC236}">
                <a16:creationId xmlns:a16="http://schemas.microsoft.com/office/drawing/2014/main" id="{2006FF93-542E-E80A-980C-420003D67F2E}"/>
              </a:ext>
            </a:extLst>
          </p:cNvPr>
          <p:cNvSpPr/>
          <p:nvPr userDrawn="1"/>
        </p:nvSpPr>
        <p:spPr>
          <a:xfrm>
            <a:off x="4921147" y="6305635"/>
            <a:ext cx="31242" cy="131872"/>
          </a:xfrm>
          <a:prstGeom prst="rect">
            <a:avLst/>
          </a:prstGeom>
          <a:solidFill>
            <a:schemeClr val="tx1">
              <a:lumMod val="95000"/>
              <a:lumOff val="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25" name="TextBox 5024">
            <a:extLst>
              <a:ext uri="{FF2B5EF4-FFF2-40B4-BE49-F238E27FC236}">
                <a16:creationId xmlns:a16="http://schemas.microsoft.com/office/drawing/2014/main" id="{A8666682-B398-7E13-BB17-015C2907581E}"/>
              </a:ext>
            </a:extLst>
          </p:cNvPr>
          <p:cNvSpPr txBox="1"/>
          <p:nvPr userDrawn="1"/>
        </p:nvSpPr>
        <p:spPr>
          <a:xfrm>
            <a:off x="4918788" y="6429813"/>
            <a:ext cx="289577" cy="857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1Ω</a:t>
            </a:r>
            <a:endParaRPr lang="ko-KR" altLang="en-US" sz="550" spc="-5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EB1B210-F99F-0452-1A1E-C5B2090A4197}"/>
              </a:ext>
            </a:extLst>
          </p:cNvPr>
          <p:cNvSpPr>
            <a:spLocks/>
          </p:cNvSpPr>
          <p:nvPr userDrawn="1"/>
        </p:nvSpPr>
        <p:spPr>
          <a:xfrm>
            <a:off x="64655" y="965443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78" name="직사각형 4677">
            <a:extLst>
              <a:ext uri="{FF2B5EF4-FFF2-40B4-BE49-F238E27FC236}">
                <a16:creationId xmlns:a16="http://schemas.microsoft.com/office/drawing/2014/main" id="{D52AA770-FA52-D8F4-A99E-D5F52CB98F6E}"/>
              </a:ext>
            </a:extLst>
          </p:cNvPr>
          <p:cNvSpPr>
            <a:spLocks/>
          </p:cNvSpPr>
          <p:nvPr userDrawn="1"/>
        </p:nvSpPr>
        <p:spPr>
          <a:xfrm>
            <a:off x="4889166" y="965443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48" name="직사각형 4747">
            <a:extLst>
              <a:ext uri="{FF2B5EF4-FFF2-40B4-BE49-F238E27FC236}">
                <a16:creationId xmlns:a16="http://schemas.microsoft.com/office/drawing/2014/main" id="{F10A1E65-821F-F611-1ECD-1A49E6014993}"/>
              </a:ext>
            </a:extLst>
          </p:cNvPr>
          <p:cNvSpPr>
            <a:spLocks/>
          </p:cNvSpPr>
          <p:nvPr userDrawn="1"/>
        </p:nvSpPr>
        <p:spPr>
          <a:xfrm>
            <a:off x="4889166" y="2428209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83" name="직사각형 4882">
            <a:extLst>
              <a:ext uri="{FF2B5EF4-FFF2-40B4-BE49-F238E27FC236}">
                <a16:creationId xmlns:a16="http://schemas.microsoft.com/office/drawing/2014/main" id="{12ED248E-7F61-F3F0-1991-795270378A11}"/>
              </a:ext>
            </a:extLst>
          </p:cNvPr>
          <p:cNvSpPr>
            <a:spLocks/>
          </p:cNvSpPr>
          <p:nvPr userDrawn="1"/>
        </p:nvSpPr>
        <p:spPr>
          <a:xfrm>
            <a:off x="4889166" y="3884220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18" name="직사각형 5017">
            <a:extLst>
              <a:ext uri="{FF2B5EF4-FFF2-40B4-BE49-F238E27FC236}">
                <a16:creationId xmlns:a16="http://schemas.microsoft.com/office/drawing/2014/main" id="{BECFDFBF-1BA6-9EB7-2469-6159078C1319}"/>
              </a:ext>
            </a:extLst>
          </p:cNvPr>
          <p:cNvSpPr>
            <a:spLocks/>
          </p:cNvSpPr>
          <p:nvPr userDrawn="1"/>
        </p:nvSpPr>
        <p:spPr>
          <a:xfrm>
            <a:off x="4889166" y="5345142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84" name="직사각형 5083">
            <a:extLst>
              <a:ext uri="{FF2B5EF4-FFF2-40B4-BE49-F238E27FC236}">
                <a16:creationId xmlns:a16="http://schemas.microsoft.com/office/drawing/2014/main" id="{5F0D30E7-C1F4-ED15-A1B7-9679811CE6DF}"/>
              </a:ext>
            </a:extLst>
          </p:cNvPr>
          <p:cNvSpPr>
            <a:spLocks/>
          </p:cNvSpPr>
          <p:nvPr userDrawn="1"/>
        </p:nvSpPr>
        <p:spPr>
          <a:xfrm>
            <a:off x="64655" y="5345142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49" name="직사각형 4948">
            <a:extLst>
              <a:ext uri="{FF2B5EF4-FFF2-40B4-BE49-F238E27FC236}">
                <a16:creationId xmlns:a16="http://schemas.microsoft.com/office/drawing/2014/main" id="{F1B24C84-AC55-ACE9-2576-0F94D119EE3A}"/>
              </a:ext>
            </a:extLst>
          </p:cNvPr>
          <p:cNvSpPr>
            <a:spLocks/>
          </p:cNvSpPr>
          <p:nvPr userDrawn="1"/>
        </p:nvSpPr>
        <p:spPr>
          <a:xfrm>
            <a:off x="64655" y="3884220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14" name="직사각형 4813">
            <a:extLst>
              <a:ext uri="{FF2B5EF4-FFF2-40B4-BE49-F238E27FC236}">
                <a16:creationId xmlns:a16="http://schemas.microsoft.com/office/drawing/2014/main" id="{C4319089-F4B2-0425-A28D-5B98AF6E7F1C}"/>
              </a:ext>
            </a:extLst>
          </p:cNvPr>
          <p:cNvSpPr>
            <a:spLocks/>
          </p:cNvSpPr>
          <p:nvPr userDrawn="1"/>
        </p:nvSpPr>
        <p:spPr>
          <a:xfrm>
            <a:off x="64655" y="2428209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EF5135C-895C-11B7-2F6F-042B39170D0B}"/>
              </a:ext>
            </a:extLst>
          </p:cNvPr>
          <p:cNvSpPr>
            <a:spLocks/>
          </p:cNvSpPr>
          <p:nvPr userDrawn="1"/>
        </p:nvSpPr>
        <p:spPr>
          <a:xfrm>
            <a:off x="64655" y="745553"/>
            <a:ext cx="9649742" cy="605982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650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텍스트 개체 틀 12">
            <a:extLst>
              <a:ext uri="{FF2B5EF4-FFF2-40B4-BE49-F238E27FC236}">
                <a16:creationId xmlns:a16="http://schemas.microsoft.com/office/drawing/2014/main" id="{77B2DECF-5B66-3546-C29B-15C9967751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6154" y="363241"/>
            <a:ext cx="5538462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경로</a:t>
            </a:r>
          </a:p>
        </p:txBody>
      </p:sp>
      <p:sp>
        <p:nvSpPr>
          <p:cNvPr id="31" name="텍스트 개체 틀 12">
            <a:extLst>
              <a:ext uri="{FF2B5EF4-FFF2-40B4-BE49-F238E27FC236}">
                <a16:creationId xmlns:a16="http://schemas.microsoft.com/office/drawing/2014/main" id="{FEFFF9E6-67D5-0B88-88B8-2A94871FC7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78826" y="95823"/>
            <a:ext cx="1417846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화면</a:t>
            </a:r>
            <a:r>
              <a:rPr lang="en-US" altLang="ko-KR"/>
              <a:t>ID</a:t>
            </a:r>
            <a:endParaRPr lang="ko-KR" altLang="en-US"/>
          </a:p>
        </p:txBody>
      </p:sp>
      <p:sp>
        <p:nvSpPr>
          <p:cNvPr id="32" name="텍스트 개체 틀 12">
            <a:extLst>
              <a:ext uri="{FF2B5EF4-FFF2-40B4-BE49-F238E27FC236}">
                <a16:creationId xmlns:a16="http://schemas.microsoft.com/office/drawing/2014/main" id="{C9FDC623-5863-87B8-45D8-5CE0C93D07A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9344" y="95823"/>
            <a:ext cx="1284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fr-FR" altLang="ko-KR"/>
              <a:t>P / PU / LPU / MPU / BS</a:t>
            </a:r>
            <a:endParaRPr lang="ko-KR" altLang="en-US"/>
          </a:p>
        </p:txBody>
      </p:sp>
      <p:sp>
        <p:nvSpPr>
          <p:cNvPr id="33" name="텍스트 개체 틀 12">
            <a:extLst>
              <a:ext uri="{FF2B5EF4-FFF2-40B4-BE49-F238E27FC236}">
                <a16:creationId xmlns:a16="http://schemas.microsoft.com/office/drawing/2014/main" id="{BD4809F1-7554-D57C-4AA8-EEA3EF0E6A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8388" y="363241"/>
            <a:ext cx="1993846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요구사항</a:t>
            </a:r>
            <a:r>
              <a:rPr lang="en-US" altLang="ko-KR"/>
              <a:t>ID</a:t>
            </a:r>
            <a:endParaRPr lang="ko-KR" altLang="en-US"/>
          </a:p>
        </p:txBody>
      </p:sp>
      <p:sp>
        <p:nvSpPr>
          <p:cNvPr id="34" name="텍스트 개체 틀 12">
            <a:extLst>
              <a:ext uri="{FF2B5EF4-FFF2-40B4-BE49-F238E27FC236}">
                <a16:creationId xmlns:a16="http://schemas.microsoft.com/office/drawing/2014/main" id="{D7FDBE2B-1355-A407-0C89-F8D09373F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73414" y="95823"/>
            <a:ext cx="708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작성자</a:t>
            </a:r>
            <a:endParaRPr lang="en-US" altLang="ko-KR"/>
          </a:p>
        </p:txBody>
      </p:sp>
      <p:sp>
        <p:nvSpPr>
          <p:cNvPr id="36" name="텍스트 개체 틀 12">
            <a:extLst>
              <a:ext uri="{FF2B5EF4-FFF2-40B4-BE49-F238E27FC236}">
                <a16:creationId xmlns:a16="http://schemas.microsoft.com/office/drawing/2014/main" id="{E99E0705-B64F-4B19-B765-AABF03392C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73414" y="363239"/>
            <a:ext cx="708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수정일자</a:t>
            </a: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0630C758-E7CA-2843-0A82-9833A249F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154" y="95822"/>
            <a:ext cx="2880000" cy="151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50000"/>
              </a:lnSpc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/>
              <a:t>화면명</a:t>
            </a:r>
          </a:p>
        </p:txBody>
      </p:sp>
      <p:sp>
        <p:nvSpPr>
          <p:cNvPr id="38" name="텍스트 개체 틀 12">
            <a:extLst>
              <a:ext uri="{FF2B5EF4-FFF2-40B4-BE49-F238E27FC236}">
                <a16:creationId xmlns:a16="http://schemas.microsoft.com/office/drawing/2014/main" id="{25A5D2AD-929D-4520-7BE1-3C567911A11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34073" y="95823"/>
            <a:ext cx="886154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ko-KR"/>
              <a:t>W / N / NA / NI</a:t>
            </a:r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6DEA9A-CD2F-443B-2448-740B9EB01D7B}"/>
              </a:ext>
            </a:extLst>
          </p:cNvPr>
          <p:cNvSpPr txBox="1"/>
          <p:nvPr userDrawn="1"/>
        </p:nvSpPr>
        <p:spPr>
          <a:xfrm>
            <a:off x="9784389" y="756001"/>
            <a:ext cx="62837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900" b="1" dirty="0">
                <a:latin typeface="+mj-ea"/>
                <a:ea typeface="+mj-ea"/>
              </a:rPr>
              <a:t>Description</a:t>
            </a:r>
            <a:endParaRPr lang="ko-KR" altLang="en-US" sz="900" b="1" dirty="0"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497989-3799-727C-AAD7-9BB9D8AA0EAE}"/>
              </a:ext>
            </a:extLst>
          </p:cNvPr>
          <p:cNvSpPr txBox="1"/>
          <p:nvPr userDrawn="1"/>
        </p:nvSpPr>
        <p:spPr>
          <a:xfrm>
            <a:off x="8456961" y="808294"/>
            <a:ext cx="120263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2025-05-09 PM 3:52:19</a:t>
            </a:r>
            <a:endParaRPr lang="ko-KR" altLang="en-US" sz="6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5F33A6F3-D46F-4EBB-29FA-F4C503F8C54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 flipH="1">
            <a:off x="8625956" y="784502"/>
            <a:ext cx="146265" cy="14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334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베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 userDrawn="1"/>
        </p:nvSpPr>
        <p:spPr>
          <a:xfrm>
            <a:off x="0" y="2"/>
            <a:ext cx="12192000" cy="685799"/>
          </a:xfrm>
          <a:prstGeom prst="rect">
            <a:avLst/>
          </a:prstGeom>
          <a:solidFill>
            <a:srgbClr val="384F5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30" spc="-80" baseline="0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221539" y="132721"/>
            <a:ext cx="368691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kern="12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n-ea"/>
                <a:cs typeface="+mn-cs"/>
              </a:rPr>
              <a:t>SCREEN</a:t>
            </a:r>
            <a:endParaRPr lang="ko-KR" altLang="en-US" sz="800" kern="12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221539" y="391513"/>
            <a:ext cx="50334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LOCATION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3810118" y="132721"/>
            <a:ext cx="506549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SCREEN ID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6103865" y="132721"/>
            <a:ext cx="36067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UI TYPE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6484077" y="391513"/>
            <a:ext cx="82875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REQUIREMENT</a:t>
            </a:r>
            <a:r>
              <a:rPr lang="en-US" altLang="ko-KR" sz="800" baseline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ID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1" name="직선 연결선 50"/>
          <p:cNvCxnSpPr/>
          <p:nvPr userDrawn="1"/>
        </p:nvCxnSpPr>
        <p:spPr>
          <a:xfrm>
            <a:off x="221539" y="297703"/>
            <a:ext cx="9348923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 userDrawn="1"/>
        </p:nvCxnSpPr>
        <p:spPr>
          <a:xfrm>
            <a:off x="221538" y="573748"/>
            <a:ext cx="11846501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 userDrawn="1"/>
        </p:nvSpPr>
        <p:spPr>
          <a:xfrm>
            <a:off x="9654847" y="132721"/>
            <a:ext cx="357470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WRITER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2" name="TextBox 61"/>
          <p:cNvSpPr txBox="1"/>
          <p:nvPr userDrawn="1"/>
        </p:nvSpPr>
        <p:spPr>
          <a:xfrm>
            <a:off x="9654847" y="391513"/>
            <a:ext cx="37991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UPDATE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B6D1B6-0D1C-6C41-A7BC-AA09CFF79D65}"/>
              </a:ext>
            </a:extLst>
          </p:cNvPr>
          <p:cNvSpPr txBox="1"/>
          <p:nvPr userDrawn="1"/>
        </p:nvSpPr>
        <p:spPr>
          <a:xfrm>
            <a:off x="11861387" y="110569"/>
            <a:ext cx="141385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fld id="{87713E07-D50B-4BFF-A920-8C83D5B82E89}" type="slidenum">
              <a:rPr lang="ko-KR" altLang="en-US" sz="1000" b="1" spc="-70" smtClean="0">
                <a:latin typeface="+mj-ea"/>
                <a:ea typeface="+mj-ea"/>
              </a:rPr>
              <a:t>‹#›</a:t>
            </a:fld>
            <a:endParaRPr lang="ko-KR" altLang="en-US" sz="1000" b="1" spc="-70" dirty="0"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8004064" y="132721"/>
            <a:ext cx="476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DEV. TYPE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43A049F-68E5-A256-07E9-B0B44407D7B7}"/>
              </a:ext>
            </a:extLst>
          </p:cNvPr>
          <p:cNvGrpSpPr/>
          <p:nvPr userDrawn="1"/>
        </p:nvGrpSpPr>
        <p:grpSpPr>
          <a:xfrm>
            <a:off x="1257609" y="777859"/>
            <a:ext cx="314860" cy="154851"/>
            <a:chOff x="2916496" y="777859"/>
            <a:chExt cx="314860" cy="154851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54352D99-D15C-FEF1-3919-531B586B3926}"/>
                </a:ext>
              </a:extLst>
            </p:cNvPr>
            <p:cNvSpPr>
              <a:spLocks/>
            </p:cNvSpPr>
            <p:nvPr userDrawn="1"/>
          </p:nvSpPr>
          <p:spPr>
            <a:xfrm>
              <a:off x="2916496" y="777859"/>
              <a:ext cx="314860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05E6535-1EA3-C9A2-04C4-A7CF9E33641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35815" y="801423"/>
              <a:ext cx="27622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spc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Setup</a:t>
              </a:r>
              <a:endParaRPr lang="ko-KR" altLang="en-US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85531F09-CF69-E5A9-7A4A-46AE5A0120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102" y="809942"/>
            <a:ext cx="986195" cy="9068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BFE9C1-9E9D-9B7E-8383-50F273782637}"/>
              </a:ext>
            </a:extLst>
          </p:cNvPr>
          <p:cNvGrpSpPr/>
          <p:nvPr userDrawn="1"/>
        </p:nvGrpSpPr>
        <p:grpSpPr>
          <a:xfrm>
            <a:off x="1610856" y="777859"/>
            <a:ext cx="871200" cy="154851"/>
            <a:chOff x="3398696" y="777859"/>
            <a:chExt cx="871200" cy="154851"/>
          </a:xfrm>
        </p:grpSpPr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555ACB3-C9FC-24A2-2AD2-AB1D90B48246}"/>
                </a:ext>
              </a:extLst>
            </p:cNvPr>
            <p:cNvSpPr>
              <a:spLocks/>
            </p:cNvSpPr>
            <p:nvPr userDrawn="1"/>
          </p:nvSpPr>
          <p:spPr>
            <a:xfrm>
              <a:off x="3398696" y="777859"/>
              <a:ext cx="871200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pic>
          <p:nvPicPr>
            <p:cNvPr id="8" name="그래픽 7" descr="벨소리 단색으로 채워진">
              <a:extLst>
                <a:ext uri="{FF2B5EF4-FFF2-40B4-BE49-F238E27FC236}">
                  <a16:creationId xmlns:a16="http://schemas.microsoft.com/office/drawing/2014/main" id="{DB18279B-521F-4519-482C-6DB782884A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31701" y="796178"/>
              <a:ext cx="118212" cy="118212"/>
            </a:xfrm>
            <a:prstGeom prst="rect">
              <a:avLst/>
            </a:prstGeom>
          </p:spPr>
        </p:pic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5BBB5C23-3B09-3D71-C550-0973224F1900}"/>
                </a:ext>
              </a:extLst>
            </p:cNvPr>
            <p:cNvCxnSpPr/>
            <p:nvPr userDrawn="1"/>
          </p:nvCxnSpPr>
          <p:spPr>
            <a:xfrm>
              <a:off x="3580071" y="801309"/>
              <a:ext cx="0" cy="10795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F6C3076-BC18-BD10-8E26-5F9C74FD38C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626082" y="801423"/>
              <a:ext cx="30298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ON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11" name="이등변 삼각형 10">
              <a:extLst>
                <a:ext uri="{FF2B5EF4-FFF2-40B4-BE49-F238E27FC236}">
                  <a16:creationId xmlns:a16="http://schemas.microsoft.com/office/drawing/2014/main" id="{C822985E-0B4D-8A39-4AC6-FCD6444DD67D}"/>
                </a:ext>
              </a:extLst>
            </p:cNvPr>
            <p:cNvSpPr/>
            <p:nvPr userDrawn="1"/>
          </p:nvSpPr>
          <p:spPr>
            <a:xfrm rot="10800000">
              <a:off x="4141064" y="834503"/>
              <a:ext cx="63578" cy="4156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9DC2A93-D4C1-2405-382E-AD290EB47C27}"/>
                </a:ext>
              </a:extLst>
            </p:cNvPr>
            <p:cNvSpPr txBox="1">
              <a:spLocks/>
            </p:cNvSpPr>
            <p:nvPr userDrawn="1"/>
          </p:nvSpPr>
          <p:spPr>
            <a:xfrm rot="5400000">
              <a:off x="4146981" y="801425"/>
              <a:ext cx="9048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&gt;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001F688-4546-309E-D577-1813ACF6BD7F}"/>
              </a:ext>
            </a:extLst>
          </p:cNvPr>
          <p:cNvGrpSpPr/>
          <p:nvPr userDrawn="1"/>
        </p:nvGrpSpPr>
        <p:grpSpPr>
          <a:xfrm>
            <a:off x="2520443" y="777859"/>
            <a:ext cx="872688" cy="154851"/>
            <a:chOff x="4315061" y="777859"/>
            <a:chExt cx="872688" cy="154851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EE492B29-2C1F-B16D-562B-8C81C1164D40}"/>
                </a:ext>
              </a:extLst>
            </p:cNvPr>
            <p:cNvSpPr>
              <a:spLocks/>
            </p:cNvSpPr>
            <p:nvPr/>
          </p:nvSpPr>
          <p:spPr>
            <a:xfrm>
              <a:off x="4315061" y="777859"/>
              <a:ext cx="872688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3DDFAD3-E2E0-064E-292E-A73D4C5796C4}"/>
                </a:ext>
              </a:extLst>
            </p:cNvPr>
            <p:cNvSpPr txBox="1">
              <a:spLocks/>
            </p:cNvSpPr>
            <p:nvPr/>
          </p:nvSpPr>
          <p:spPr>
            <a:xfrm>
              <a:off x="4372123" y="801423"/>
              <a:ext cx="67037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ko-KR" altLang="en-US" sz="700" spc="-30" baseline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중환자실</a:t>
              </a:r>
            </a:p>
          </p:txBody>
        </p:sp>
        <p:sp>
          <p:nvSpPr>
            <p:cNvPr id="16" name="이등변 삼각형 15">
              <a:extLst>
                <a:ext uri="{FF2B5EF4-FFF2-40B4-BE49-F238E27FC236}">
                  <a16:creationId xmlns:a16="http://schemas.microsoft.com/office/drawing/2014/main" id="{07F19826-BAF6-1427-52C8-F78DF9BAE06C}"/>
                </a:ext>
              </a:extLst>
            </p:cNvPr>
            <p:cNvSpPr/>
            <p:nvPr/>
          </p:nvSpPr>
          <p:spPr>
            <a:xfrm rot="10800000">
              <a:off x="5073361" y="834503"/>
              <a:ext cx="63578" cy="4156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>
                    <a:alpha val="40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10BD98-CFC0-E45F-B105-66CEA5CC17AD}"/>
                </a:ext>
              </a:extLst>
            </p:cNvPr>
            <p:cNvSpPr txBox="1">
              <a:spLocks/>
            </p:cNvSpPr>
            <p:nvPr userDrawn="1"/>
          </p:nvSpPr>
          <p:spPr>
            <a:xfrm rot="5400000">
              <a:off x="5064835" y="801424"/>
              <a:ext cx="9048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&gt;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3A966C8-CD18-70FC-C81E-4F1299C78BF7}"/>
              </a:ext>
            </a:extLst>
          </p:cNvPr>
          <p:cNvSpPr txBox="1"/>
          <p:nvPr userDrawn="1"/>
        </p:nvSpPr>
        <p:spPr>
          <a:xfrm>
            <a:off x="1590607" y="1642532"/>
            <a:ext cx="177296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No</a:t>
            </a:r>
            <a:r>
              <a: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equipment is assigned to this bed.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3EB1B210-F99F-0452-1A1E-C5B2090A4197}"/>
              </a:ext>
            </a:extLst>
          </p:cNvPr>
          <p:cNvSpPr>
            <a:spLocks/>
          </p:cNvSpPr>
          <p:nvPr userDrawn="1"/>
        </p:nvSpPr>
        <p:spPr>
          <a:xfrm>
            <a:off x="64655" y="965443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678" name="직사각형 4677">
            <a:extLst>
              <a:ext uri="{FF2B5EF4-FFF2-40B4-BE49-F238E27FC236}">
                <a16:creationId xmlns:a16="http://schemas.microsoft.com/office/drawing/2014/main" id="{D52AA770-FA52-D8F4-A99E-D5F52CB98F6E}"/>
              </a:ext>
            </a:extLst>
          </p:cNvPr>
          <p:cNvSpPr>
            <a:spLocks/>
          </p:cNvSpPr>
          <p:nvPr userDrawn="1"/>
        </p:nvSpPr>
        <p:spPr>
          <a:xfrm>
            <a:off x="4889166" y="965443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748" name="직사각형 4747">
            <a:extLst>
              <a:ext uri="{FF2B5EF4-FFF2-40B4-BE49-F238E27FC236}">
                <a16:creationId xmlns:a16="http://schemas.microsoft.com/office/drawing/2014/main" id="{F10A1E65-821F-F611-1ECD-1A49E6014993}"/>
              </a:ext>
            </a:extLst>
          </p:cNvPr>
          <p:cNvSpPr>
            <a:spLocks/>
          </p:cNvSpPr>
          <p:nvPr userDrawn="1"/>
        </p:nvSpPr>
        <p:spPr>
          <a:xfrm>
            <a:off x="4889166" y="2428209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83" name="직사각형 4882">
            <a:extLst>
              <a:ext uri="{FF2B5EF4-FFF2-40B4-BE49-F238E27FC236}">
                <a16:creationId xmlns:a16="http://schemas.microsoft.com/office/drawing/2014/main" id="{12ED248E-7F61-F3F0-1991-795270378A11}"/>
              </a:ext>
            </a:extLst>
          </p:cNvPr>
          <p:cNvSpPr>
            <a:spLocks/>
          </p:cNvSpPr>
          <p:nvPr userDrawn="1"/>
        </p:nvSpPr>
        <p:spPr>
          <a:xfrm>
            <a:off x="4889166" y="3884220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18" name="직사각형 5017">
            <a:extLst>
              <a:ext uri="{FF2B5EF4-FFF2-40B4-BE49-F238E27FC236}">
                <a16:creationId xmlns:a16="http://schemas.microsoft.com/office/drawing/2014/main" id="{BECFDFBF-1BA6-9EB7-2469-6159078C1319}"/>
              </a:ext>
            </a:extLst>
          </p:cNvPr>
          <p:cNvSpPr>
            <a:spLocks/>
          </p:cNvSpPr>
          <p:nvPr userDrawn="1"/>
        </p:nvSpPr>
        <p:spPr>
          <a:xfrm>
            <a:off x="4889166" y="5345142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84" name="직사각형 5083">
            <a:extLst>
              <a:ext uri="{FF2B5EF4-FFF2-40B4-BE49-F238E27FC236}">
                <a16:creationId xmlns:a16="http://schemas.microsoft.com/office/drawing/2014/main" id="{5F0D30E7-C1F4-ED15-A1B7-9679811CE6DF}"/>
              </a:ext>
            </a:extLst>
          </p:cNvPr>
          <p:cNvSpPr>
            <a:spLocks/>
          </p:cNvSpPr>
          <p:nvPr userDrawn="1"/>
        </p:nvSpPr>
        <p:spPr>
          <a:xfrm>
            <a:off x="64655" y="5345142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49" name="직사각형 4948">
            <a:extLst>
              <a:ext uri="{FF2B5EF4-FFF2-40B4-BE49-F238E27FC236}">
                <a16:creationId xmlns:a16="http://schemas.microsoft.com/office/drawing/2014/main" id="{F1B24C84-AC55-ACE9-2576-0F94D119EE3A}"/>
              </a:ext>
            </a:extLst>
          </p:cNvPr>
          <p:cNvSpPr>
            <a:spLocks/>
          </p:cNvSpPr>
          <p:nvPr userDrawn="1"/>
        </p:nvSpPr>
        <p:spPr>
          <a:xfrm>
            <a:off x="64655" y="3884220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14" name="직사각형 4813">
            <a:extLst>
              <a:ext uri="{FF2B5EF4-FFF2-40B4-BE49-F238E27FC236}">
                <a16:creationId xmlns:a16="http://schemas.microsoft.com/office/drawing/2014/main" id="{C4319089-F4B2-0425-A28D-5B98AF6E7F1C}"/>
              </a:ext>
            </a:extLst>
          </p:cNvPr>
          <p:cNvSpPr>
            <a:spLocks/>
          </p:cNvSpPr>
          <p:nvPr userDrawn="1"/>
        </p:nvSpPr>
        <p:spPr>
          <a:xfrm>
            <a:off x="64655" y="2428209"/>
            <a:ext cx="4824868" cy="1461900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EF5135C-895C-11B7-2F6F-042B39170D0B}"/>
              </a:ext>
            </a:extLst>
          </p:cNvPr>
          <p:cNvSpPr>
            <a:spLocks/>
          </p:cNvSpPr>
          <p:nvPr userDrawn="1"/>
        </p:nvSpPr>
        <p:spPr>
          <a:xfrm>
            <a:off x="64655" y="745553"/>
            <a:ext cx="9649742" cy="605982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650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B81758-5367-3453-DF72-B13E04F33EB0}"/>
              </a:ext>
            </a:extLst>
          </p:cNvPr>
          <p:cNvSpPr txBox="1"/>
          <p:nvPr userDrawn="1"/>
        </p:nvSpPr>
        <p:spPr>
          <a:xfrm>
            <a:off x="6415118" y="1642532"/>
            <a:ext cx="177296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No</a:t>
            </a:r>
            <a:r>
              <a: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equipment is assigned to this bed.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EDE3AE-FCDF-313D-D5A4-15E57A40AC8F}"/>
              </a:ext>
            </a:extLst>
          </p:cNvPr>
          <p:cNvSpPr txBox="1"/>
          <p:nvPr userDrawn="1"/>
        </p:nvSpPr>
        <p:spPr>
          <a:xfrm>
            <a:off x="1590607" y="3100998"/>
            <a:ext cx="177296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No</a:t>
            </a:r>
            <a:r>
              <a: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equipment is assigned to this bed.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75100F9-708F-9B11-751A-2E3833C1C00B}"/>
              </a:ext>
            </a:extLst>
          </p:cNvPr>
          <p:cNvSpPr txBox="1"/>
          <p:nvPr userDrawn="1"/>
        </p:nvSpPr>
        <p:spPr>
          <a:xfrm>
            <a:off x="6415118" y="3100998"/>
            <a:ext cx="177296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No</a:t>
            </a:r>
            <a:r>
              <a: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equipment is assigned to this bed.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06A5B2-7762-0F55-F8C9-5B9D6563D253}"/>
              </a:ext>
            </a:extLst>
          </p:cNvPr>
          <p:cNvSpPr txBox="1"/>
          <p:nvPr userDrawn="1"/>
        </p:nvSpPr>
        <p:spPr>
          <a:xfrm>
            <a:off x="1590607" y="4559464"/>
            <a:ext cx="177296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No</a:t>
            </a:r>
            <a:r>
              <a: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equipment is assigned to this bed.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0510AD-1877-45BB-CE07-F0DE6F8CB801}"/>
              </a:ext>
            </a:extLst>
          </p:cNvPr>
          <p:cNvSpPr txBox="1"/>
          <p:nvPr userDrawn="1"/>
        </p:nvSpPr>
        <p:spPr>
          <a:xfrm>
            <a:off x="6415118" y="4559464"/>
            <a:ext cx="177296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No</a:t>
            </a:r>
            <a:r>
              <a: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equipment is assigned to this bed.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57938A-A32A-EF15-131B-73D68967389A}"/>
              </a:ext>
            </a:extLst>
          </p:cNvPr>
          <p:cNvSpPr txBox="1"/>
          <p:nvPr userDrawn="1"/>
        </p:nvSpPr>
        <p:spPr>
          <a:xfrm>
            <a:off x="1590607" y="6017930"/>
            <a:ext cx="177296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No</a:t>
            </a:r>
            <a:r>
              <a: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equipment is assigned to this bed.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93D608-AFAB-B1E1-C7B1-9EAD2DB2DE78}"/>
              </a:ext>
            </a:extLst>
          </p:cNvPr>
          <p:cNvSpPr txBox="1"/>
          <p:nvPr userDrawn="1"/>
        </p:nvSpPr>
        <p:spPr>
          <a:xfrm>
            <a:off x="6415118" y="6017930"/>
            <a:ext cx="1772965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No</a:t>
            </a:r>
            <a:r>
              <a: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equipment is assigned to this bed.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8EABDEA-4552-B8EA-CAB8-221E1FF31395}"/>
              </a:ext>
            </a:extLst>
          </p:cNvPr>
          <p:cNvSpPr txBox="1"/>
          <p:nvPr userDrawn="1"/>
        </p:nvSpPr>
        <p:spPr>
          <a:xfrm>
            <a:off x="8456961" y="808294"/>
            <a:ext cx="120263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2025-05-09 PM 3:52:19</a:t>
            </a:r>
            <a:endParaRPr lang="ko-KR" altLang="en-US" sz="6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44" name="텍스트 개체 틀 12">
            <a:extLst>
              <a:ext uri="{FF2B5EF4-FFF2-40B4-BE49-F238E27FC236}">
                <a16:creationId xmlns:a16="http://schemas.microsoft.com/office/drawing/2014/main" id="{ADD36669-397F-CDF6-243B-336CC3166E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6154" y="363241"/>
            <a:ext cx="5538462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경로</a:t>
            </a:r>
          </a:p>
        </p:txBody>
      </p:sp>
      <p:sp>
        <p:nvSpPr>
          <p:cNvPr id="45" name="텍스트 개체 틀 12">
            <a:extLst>
              <a:ext uri="{FF2B5EF4-FFF2-40B4-BE49-F238E27FC236}">
                <a16:creationId xmlns:a16="http://schemas.microsoft.com/office/drawing/2014/main" id="{4EED11B2-AD8A-0F00-1730-C82D6DB4A4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78826" y="95823"/>
            <a:ext cx="1417846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화면</a:t>
            </a:r>
            <a:r>
              <a:rPr lang="en-US" altLang="ko-KR"/>
              <a:t>ID</a:t>
            </a:r>
            <a:endParaRPr lang="ko-KR" altLang="en-US"/>
          </a:p>
        </p:txBody>
      </p:sp>
      <p:sp>
        <p:nvSpPr>
          <p:cNvPr id="46" name="텍스트 개체 틀 12">
            <a:extLst>
              <a:ext uri="{FF2B5EF4-FFF2-40B4-BE49-F238E27FC236}">
                <a16:creationId xmlns:a16="http://schemas.microsoft.com/office/drawing/2014/main" id="{AB1D4612-A34F-1454-CEBA-647FD799B61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9344" y="95823"/>
            <a:ext cx="1284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fr-FR" altLang="ko-KR"/>
              <a:t>P / PU / LPU / MPU / BS</a:t>
            </a:r>
            <a:endParaRPr lang="ko-KR" altLang="en-US"/>
          </a:p>
        </p:txBody>
      </p:sp>
      <p:sp>
        <p:nvSpPr>
          <p:cNvPr id="47" name="텍스트 개체 틀 12">
            <a:extLst>
              <a:ext uri="{FF2B5EF4-FFF2-40B4-BE49-F238E27FC236}">
                <a16:creationId xmlns:a16="http://schemas.microsoft.com/office/drawing/2014/main" id="{686643C5-E49C-F3F3-1322-521E17E895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8388" y="363241"/>
            <a:ext cx="1993846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요구사항</a:t>
            </a:r>
            <a:r>
              <a:rPr lang="en-US" altLang="ko-KR"/>
              <a:t>ID</a:t>
            </a:r>
            <a:endParaRPr lang="ko-KR" altLang="en-US"/>
          </a:p>
        </p:txBody>
      </p:sp>
      <p:sp>
        <p:nvSpPr>
          <p:cNvPr id="48" name="텍스트 개체 틀 12">
            <a:extLst>
              <a:ext uri="{FF2B5EF4-FFF2-40B4-BE49-F238E27FC236}">
                <a16:creationId xmlns:a16="http://schemas.microsoft.com/office/drawing/2014/main" id="{0AD0D257-4999-91FD-B57E-5EC159FC0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73414" y="95823"/>
            <a:ext cx="708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작성자</a:t>
            </a:r>
            <a:endParaRPr lang="en-US" altLang="ko-KR"/>
          </a:p>
        </p:txBody>
      </p:sp>
      <p:sp>
        <p:nvSpPr>
          <p:cNvPr id="49" name="텍스트 개체 틀 12">
            <a:extLst>
              <a:ext uri="{FF2B5EF4-FFF2-40B4-BE49-F238E27FC236}">
                <a16:creationId xmlns:a16="http://schemas.microsoft.com/office/drawing/2014/main" id="{E2D30A52-6857-8D59-732D-4A3F4B2C49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73414" y="363239"/>
            <a:ext cx="708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수정일자</a:t>
            </a:r>
          </a:p>
        </p:txBody>
      </p:sp>
      <p:sp>
        <p:nvSpPr>
          <p:cNvPr id="50" name="제목 1">
            <a:extLst>
              <a:ext uri="{FF2B5EF4-FFF2-40B4-BE49-F238E27FC236}">
                <a16:creationId xmlns:a16="http://schemas.microsoft.com/office/drawing/2014/main" id="{93B60FFC-26BC-071F-AFB7-FCB373636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154" y="95822"/>
            <a:ext cx="2880000" cy="151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50000"/>
              </a:lnSpc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/>
              <a:t>화면명</a:t>
            </a:r>
          </a:p>
        </p:txBody>
      </p:sp>
      <p:sp>
        <p:nvSpPr>
          <p:cNvPr id="59" name="텍스트 개체 틀 12">
            <a:extLst>
              <a:ext uri="{FF2B5EF4-FFF2-40B4-BE49-F238E27FC236}">
                <a16:creationId xmlns:a16="http://schemas.microsoft.com/office/drawing/2014/main" id="{3D6E298F-88D0-5180-CCF3-0B3B67CED7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34073" y="95823"/>
            <a:ext cx="886154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ko-KR"/>
              <a:t>W / N / NA / NI</a:t>
            </a:r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3A5D39-9643-66F7-D777-EF535392BB2F}"/>
              </a:ext>
            </a:extLst>
          </p:cNvPr>
          <p:cNvSpPr txBox="1"/>
          <p:nvPr userDrawn="1"/>
        </p:nvSpPr>
        <p:spPr>
          <a:xfrm>
            <a:off x="9784389" y="756001"/>
            <a:ext cx="62837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900" b="1" dirty="0">
                <a:latin typeface="+mj-ea"/>
                <a:ea typeface="+mj-ea"/>
              </a:rPr>
              <a:t>Description</a:t>
            </a:r>
            <a:endParaRPr lang="ko-KR" altLang="en-US" sz="900" b="1" dirty="0">
              <a:latin typeface="+mj-ea"/>
              <a:ea typeface="+mj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D40233E-00B5-938C-3FC2-52353650C60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 flipH="1">
            <a:off x="8625956" y="784502"/>
            <a:ext cx="146265" cy="14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27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2"/>
            <a:ext cx="12192000" cy="342898"/>
          </a:xfrm>
          <a:prstGeom prst="rect">
            <a:avLst/>
          </a:prstGeom>
          <a:solidFill>
            <a:srgbClr val="384F5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98" spc="-98" baseline="0" dirty="0">
              <a:ln>
                <a:solidFill>
                  <a:prstClr val="black">
                    <a:alpha val="0"/>
                  </a:prstClr>
                </a:solidFill>
              </a:ln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861386" y="110570"/>
            <a:ext cx="172098" cy="1894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fld id="{87713E07-D50B-4BFF-A920-8C83D5B82E89}" type="slidenum">
              <a:rPr lang="ko-KR" altLang="en-US" sz="1231" b="1" spc="-86" smtClean="0">
                <a:ln>
                  <a:solidFill>
                    <a:prstClr val="black">
                      <a:alpha val="0"/>
                    </a:prstClr>
                  </a:solidFill>
                </a:ln>
                <a:latin typeface="+mj-ea"/>
                <a:ea typeface="+mj-ea"/>
              </a:rPr>
              <a:t>‹#›</a:t>
            </a:fld>
            <a:endParaRPr lang="ko-KR" altLang="en-US" sz="1231" b="1" spc="-86" dirty="0">
              <a:ln>
                <a:solidFill>
                  <a:prstClr val="black">
                    <a:alpha val="0"/>
                  </a:prstClr>
                </a:solidFill>
              </a:ln>
              <a:latin typeface="+mj-ea"/>
              <a:ea typeface="+mj-ea"/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 hasCustomPrompt="1"/>
          </p:nvPr>
        </p:nvSpPr>
        <p:spPr>
          <a:xfrm>
            <a:off x="221538" y="113074"/>
            <a:ext cx="10948431" cy="151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77" b="1" spc="-98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DESCRIPTION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5117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2">
          <p15:clr>
            <a:srgbClr val="FBAE40"/>
          </p15:clr>
        </p15:guide>
        <p15:guide id="3" pos="239">
          <p15:clr>
            <a:srgbClr val="FBAE40"/>
          </p15:clr>
        </p15:guide>
        <p15:guide id="4" pos="744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 userDrawn="1"/>
        </p:nvSpPr>
        <p:spPr>
          <a:xfrm>
            <a:off x="0" y="2"/>
            <a:ext cx="12192000" cy="685799"/>
          </a:xfrm>
          <a:prstGeom prst="rect">
            <a:avLst/>
          </a:prstGeom>
          <a:solidFill>
            <a:srgbClr val="384F5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30" spc="-80" baseline="0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221539" y="132721"/>
            <a:ext cx="368691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kern="12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n-ea"/>
                <a:cs typeface="+mn-cs"/>
              </a:rPr>
              <a:t>SCREEN</a:t>
            </a:r>
            <a:endParaRPr lang="ko-KR" altLang="en-US" sz="800" kern="12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221539" y="391513"/>
            <a:ext cx="50334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LOCATION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3810118" y="132721"/>
            <a:ext cx="506549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SCREEN ID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6103865" y="132721"/>
            <a:ext cx="36067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UI TYPE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6484077" y="391513"/>
            <a:ext cx="82875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REQUIREMENT</a:t>
            </a:r>
            <a:r>
              <a:rPr lang="en-US" altLang="ko-KR" sz="800" baseline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ID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1" name="직선 연결선 50"/>
          <p:cNvCxnSpPr/>
          <p:nvPr userDrawn="1"/>
        </p:nvCxnSpPr>
        <p:spPr>
          <a:xfrm>
            <a:off x="221539" y="297703"/>
            <a:ext cx="9348923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 userDrawn="1"/>
        </p:nvSpPr>
        <p:spPr>
          <a:xfrm>
            <a:off x="9654847" y="132721"/>
            <a:ext cx="357470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WRITER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2" name="TextBox 61"/>
          <p:cNvSpPr txBox="1"/>
          <p:nvPr userDrawn="1"/>
        </p:nvSpPr>
        <p:spPr>
          <a:xfrm>
            <a:off x="9654847" y="391513"/>
            <a:ext cx="37991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UPDATE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B6D1B6-0D1C-6C41-A7BC-AA09CFF79D65}"/>
              </a:ext>
            </a:extLst>
          </p:cNvPr>
          <p:cNvSpPr txBox="1"/>
          <p:nvPr userDrawn="1"/>
        </p:nvSpPr>
        <p:spPr>
          <a:xfrm>
            <a:off x="11861387" y="110569"/>
            <a:ext cx="141385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fld id="{87713E07-D50B-4BFF-A920-8C83D5B82E89}" type="slidenum">
              <a:rPr lang="ko-KR" altLang="en-US" sz="1000" b="1" spc="-70" smtClean="0">
                <a:ln>
                  <a:solidFill>
                    <a:prstClr val="black">
                      <a:alpha val="0"/>
                    </a:prstClr>
                  </a:solidFill>
                </a:ln>
                <a:latin typeface="+mj-ea"/>
                <a:ea typeface="+mj-ea"/>
              </a:rPr>
              <a:t>‹#›</a:t>
            </a:fld>
            <a:endParaRPr lang="ko-KR" altLang="en-US" sz="1000" b="1" spc="-70" dirty="0">
              <a:ln>
                <a:solidFill>
                  <a:prstClr val="black">
                    <a:alpha val="0"/>
                  </a:prstClr>
                </a:solidFill>
              </a:ln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8004064" y="132721"/>
            <a:ext cx="476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DEV. TYPE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BFB5DF5-88A6-4486-EDD9-189ECE918A86}"/>
              </a:ext>
            </a:extLst>
          </p:cNvPr>
          <p:cNvSpPr/>
          <p:nvPr userDrawn="1"/>
        </p:nvSpPr>
        <p:spPr>
          <a:xfrm>
            <a:off x="64655" y="745553"/>
            <a:ext cx="9649742" cy="605982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650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42" name="그래픽 141" descr="닫기 윤곽선">
            <a:extLst>
              <a:ext uri="{FF2B5EF4-FFF2-40B4-BE49-F238E27FC236}">
                <a16:creationId xmlns:a16="http://schemas.microsoft.com/office/drawing/2014/main" id="{70B6AC62-E6E2-F908-195D-FC518CFF40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3710" y="3932254"/>
            <a:ext cx="92835" cy="92835"/>
          </a:xfrm>
          <a:prstGeom prst="rect">
            <a:avLst/>
          </a:prstGeom>
        </p:spPr>
      </p:pic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C775A40B-6F8F-E72F-60FC-49055A43B291}"/>
              </a:ext>
            </a:extLst>
          </p:cNvPr>
          <p:cNvSpPr/>
          <p:nvPr userDrawn="1"/>
        </p:nvSpPr>
        <p:spPr>
          <a:xfrm>
            <a:off x="64655" y="745553"/>
            <a:ext cx="9649742" cy="605982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650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5216" name="그룹 5215">
            <a:extLst>
              <a:ext uri="{FF2B5EF4-FFF2-40B4-BE49-F238E27FC236}">
                <a16:creationId xmlns:a16="http://schemas.microsoft.com/office/drawing/2014/main" id="{C5E3287D-D145-41A8-155F-115AE0D56DF0}"/>
              </a:ext>
            </a:extLst>
          </p:cNvPr>
          <p:cNvGrpSpPr/>
          <p:nvPr userDrawn="1"/>
        </p:nvGrpSpPr>
        <p:grpSpPr>
          <a:xfrm>
            <a:off x="1257609" y="777859"/>
            <a:ext cx="314860" cy="154851"/>
            <a:chOff x="2916496" y="777859"/>
            <a:chExt cx="314860" cy="154851"/>
          </a:xfrm>
        </p:grpSpPr>
        <p:sp>
          <p:nvSpPr>
            <p:cNvPr id="5217" name="사각형: 둥근 모서리 5216">
              <a:extLst>
                <a:ext uri="{FF2B5EF4-FFF2-40B4-BE49-F238E27FC236}">
                  <a16:creationId xmlns:a16="http://schemas.microsoft.com/office/drawing/2014/main" id="{7C643443-157A-EBD6-21EE-A7AF9EFA15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916496" y="777859"/>
              <a:ext cx="314860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18" name="TextBox 5217">
              <a:extLst>
                <a:ext uri="{FF2B5EF4-FFF2-40B4-BE49-F238E27FC236}">
                  <a16:creationId xmlns:a16="http://schemas.microsoft.com/office/drawing/2014/main" id="{6C121830-4949-49E5-0669-EB180F12D8D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35815" y="801423"/>
              <a:ext cx="27622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spc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Setup</a:t>
              </a:r>
              <a:endParaRPr lang="ko-KR" altLang="en-US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5219" name="그림 5218">
            <a:extLst>
              <a:ext uri="{FF2B5EF4-FFF2-40B4-BE49-F238E27FC236}">
                <a16:creationId xmlns:a16="http://schemas.microsoft.com/office/drawing/2014/main" id="{5E9790CC-E6CB-DF47-2D91-145CC60972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102" y="809942"/>
            <a:ext cx="986195" cy="90685"/>
          </a:xfrm>
          <a:prstGeom prst="rect">
            <a:avLst/>
          </a:prstGeom>
        </p:spPr>
      </p:pic>
      <p:grpSp>
        <p:nvGrpSpPr>
          <p:cNvPr id="5220" name="그룹 5219">
            <a:extLst>
              <a:ext uri="{FF2B5EF4-FFF2-40B4-BE49-F238E27FC236}">
                <a16:creationId xmlns:a16="http://schemas.microsoft.com/office/drawing/2014/main" id="{406575C9-5688-907C-C43C-991C653460A7}"/>
              </a:ext>
            </a:extLst>
          </p:cNvPr>
          <p:cNvGrpSpPr/>
          <p:nvPr userDrawn="1"/>
        </p:nvGrpSpPr>
        <p:grpSpPr>
          <a:xfrm>
            <a:off x="1610856" y="777859"/>
            <a:ext cx="871200" cy="154851"/>
            <a:chOff x="3398696" y="777859"/>
            <a:chExt cx="871200" cy="154851"/>
          </a:xfrm>
        </p:grpSpPr>
        <p:sp>
          <p:nvSpPr>
            <p:cNvPr id="5221" name="사각형: 둥근 모서리 5220">
              <a:extLst>
                <a:ext uri="{FF2B5EF4-FFF2-40B4-BE49-F238E27FC236}">
                  <a16:creationId xmlns:a16="http://schemas.microsoft.com/office/drawing/2014/main" id="{730C817C-85C0-E8A4-C04B-60863461BE51}"/>
                </a:ext>
              </a:extLst>
            </p:cNvPr>
            <p:cNvSpPr>
              <a:spLocks/>
            </p:cNvSpPr>
            <p:nvPr userDrawn="1"/>
          </p:nvSpPr>
          <p:spPr>
            <a:xfrm>
              <a:off x="3398696" y="777859"/>
              <a:ext cx="871200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pic>
          <p:nvPicPr>
            <p:cNvPr id="5222" name="그래픽 5221" descr="벨소리 단색으로 채워진">
              <a:extLst>
                <a:ext uri="{FF2B5EF4-FFF2-40B4-BE49-F238E27FC236}">
                  <a16:creationId xmlns:a16="http://schemas.microsoft.com/office/drawing/2014/main" id="{77B5E9AB-6798-AC3F-A8CF-11A5835F065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31701" y="796178"/>
              <a:ext cx="118212" cy="118212"/>
            </a:xfrm>
            <a:prstGeom prst="rect">
              <a:avLst/>
            </a:prstGeom>
          </p:spPr>
        </p:pic>
        <p:cxnSp>
          <p:nvCxnSpPr>
            <p:cNvPr id="5223" name="직선 연결선 5222">
              <a:extLst>
                <a:ext uri="{FF2B5EF4-FFF2-40B4-BE49-F238E27FC236}">
                  <a16:creationId xmlns:a16="http://schemas.microsoft.com/office/drawing/2014/main" id="{32B80D70-0DF9-C309-32EF-2D2821AB3E56}"/>
                </a:ext>
              </a:extLst>
            </p:cNvPr>
            <p:cNvCxnSpPr/>
            <p:nvPr userDrawn="1"/>
          </p:nvCxnSpPr>
          <p:spPr>
            <a:xfrm>
              <a:off x="3580071" y="801309"/>
              <a:ext cx="0" cy="10795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24" name="TextBox 5223">
              <a:extLst>
                <a:ext uri="{FF2B5EF4-FFF2-40B4-BE49-F238E27FC236}">
                  <a16:creationId xmlns:a16="http://schemas.microsoft.com/office/drawing/2014/main" id="{E77E86DA-07E9-B511-2D42-F358B2DFB5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626082" y="801423"/>
              <a:ext cx="30298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ON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225" name="이등변 삼각형 5224">
              <a:extLst>
                <a:ext uri="{FF2B5EF4-FFF2-40B4-BE49-F238E27FC236}">
                  <a16:creationId xmlns:a16="http://schemas.microsoft.com/office/drawing/2014/main" id="{516B9DFC-0E85-746F-A673-3893B3F4B472}"/>
                </a:ext>
              </a:extLst>
            </p:cNvPr>
            <p:cNvSpPr/>
            <p:nvPr userDrawn="1"/>
          </p:nvSpPr>
          <p:spPr>
            <a:xfrm rot="10800000">
              <a:off x="4141064" y="834503"/>
              <a:ext cx="63578" cy="4156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26" name="TextBox 5225">
              <a:extLst>
                <a:ext uri="{FF2B5EF4-FFF2-40B4-BE49-F238E27FC236}">
                  <a16:creationId xmlns:a16="http://schemas.microsoft.com/office/drawing/2014/main" id="{BBA04725-0271-607F-90E8-E46F71A76FA1}"/>
                </a:ext>
              </a:extLst>
            </p:cNvPr>
            <p:cNvSpPr txBox="1">
              <a:spLocks/>
            </p:cNvSpPr>
            <p:nvPr userDrawn="1"/>
          </p:nvSpPr>
          <p:spPr>
            <a:xfrm rot="5400000">
              <a:off x="4146981" y="801425"/>
              <a:ext cx="9048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&gt;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5227" name="그룹 5226">
            <a:extLst>
              <a:ext uri="{FF2B5EF4-FFF2-40B4-BE49-F238E27FC236}">
                <a16:creationId xmlns:a16="http://schemas.microsoft.com/office/drawing/2014/main" id="{ADAB5BD0-26FC-46E6-3901-F711A591B3DE}"/>
              </a:ext>
            </a:extLst>
          </p:cNvPr>
          <p:cNvGrpSpPr/>
          <p:nvPr userDrawn="1"/>
        </p:nvGrpSpPr>
        <p:grpSpPr>
          <a:xfrm>
            <a:off x="2520443" y="777859"/>
            <a:ext cx="872688" cy="154851"/>
            <a:chOff x="4315061" y="777859"/>
            <a:chExt cx="872688" cy="154851"/>
          </a:xfrm>
        </p:grpSpPr>
        <p:sp>
          <p:nvSpPr>
            <p:cNvPr id="5228" name="사각형: 둥근 모서리 5227">
              <a:extLst>
                <a:ext uri="{FF2B5EF4-FFF2-40B4-BE49-F238E27FC236}">
                  <a16:creationId xmlns:a16="http://schemas.microsoft.com/office/drawing/2014/main" id="{80E08A2F-B5AF-FD5D-8846-54E1A4354139}"/>
                </a:ext>
              </a:extLst>
            </p:cNvPr>
            <p:cNvSpPr>
              <a:spLocks/>
            </p:cNvSpPr>
            <p:nvPr/>
          </p:nvSpPr>
          <p:spPr>
            <a:xfrm>
              <a:off x="4315061" y="777859"/>
              <a:ext cx="872688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29" name="TextBox 5228">
              <a:extLst>
                <a:ext uri="{FF2B5EF4-FFF2-40B4-BE49-F238E27FC236}">
                  <a16:creationId xmlns:a16="http://schemas.microsoft.com/office/drawing/2014/main" id="{2B747E97-0FDF-C77A-59C6-0860C9175C40}"/>
                </a:ext>
              </a:extLst>
            </p:cNvPr>
            <p:cNvSpPr txBox="1">
              <a:spLocks/>
            </p:cNvSpPr>
            <p:nvPr/>
          </p:nvSpPr>
          <p:spPr>
            <a:xfrm>
              <a:off x="4372123" y="801423"/>
              <a:ext cx="67037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ko-KR" altLang="en-US" sz="700" spc="-30" baseline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중환자실</a:t>
              </a:r>
            </a:p>
          </p:txBody>
        </p:sp>
        <p:sp>
          <p:nvSpPr>
            <p:cNvPr id="5230" name="이등변 삼각형 5229">
              <a:extLst>
                <a:ext uri="{FF2B5EF4-FFF2-40B4-BE49-F238E27FC236}">
                  <a16:creationId xmlns:a16="http://schemas.microsoft.com/office/drawing/2014/main" id="{6B76F243-F12B-1617-69CE-E1135EED1252}"/>
                </a:ext>
              </a:extLst>
            </p:cNvPr>
            <p:cNvSpPr/>
            <p:nvPr/>
          </p:nvSpPr>
          <p:spPr>
            <a:xfrm rot="10800000">
              <a:off x="5073361" y="834503"/>
              <a:ext cx="63578" cy="4156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>
                    <a:alpha val="40000"/>
                  </a:schemeClr>
                </a:solidFill>
              </a:endParaRPr>
            </a:p>
          </p:txBody>
        </p:sp>
        <p:sp>
          <p:nvSpPr>
            <p:cNvPr id="5231" name="TextBox 5230">
              <a:extLst>
                <a:ext uri="{FF2B5EF4-FFF2-40B4-BE49-F238E27FC236}">
                  <a16:creationId xmlns:a16="http://schemas.microsoft.com/office/drawing/2014/main" id="{41C339F1-2B08-41D8-7770-34DEA7275135}"/>
                </a:ext>
              </a:extLst>
            </p:cNvPr>
            <p:cNvSpPr txBox="1">
              <a:spLocks/>
            </p:cNvSpPr>
            <p:nvPr userDrawn="1"/>
          </p:nvSpPr>
          <p:spPr>
            <a:xfrm rot="5400000">
              <a:off x="5064835" y="801424"/>
              <a:ext cx="9048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&gt;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sp>
        <p:nvSpPr>
          <p:cNvPr id="5232" name="직사각형 5231">
            <a:extLst>
              <a:ext uri="{FF2B5EF4-FFF2-40B4-BE49-F238E27FC236}">
                <a16:creationId xmlns:a16="http://schemas.microsoft.com/office/drawing/2014/main" id="{C64CDFB4-B75F-3745-EED4-E25C65C1886B}"/>
              </a:ext>
            </a:extLst>
          </p:cNvPr>
          <p:cNvSpPr/>
          <p:nvPr userDrawn="1"/>
        </p:nvSpPr>
        <p:spPr>
          <a:xfrm>
            <a:off x="64655" y="745368"/>
            <a:ext cx="9649742" cy="219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233" name="그룹 5232">
            <a:extLst>
              <a:ext uri="{FF2B5EF4-FFF2-40B4-BE49-F238E27FC236}">
                <a16:creationId xmlns:a16="http://schemas.microsoft.com/office/drawing/2014/main" id="{F1E9D80A-9008-2B00-0D73-0773D2F3652A}"/>
              </a:ext>
            </a:extLst>
          </p:cNvPr>
          <p:cNvGrpSpPr/>
          <p:nvPr userDrawn="1"/>
        </p:nvGrpSpPr>
        <p:grpSpPr>
          <a:xfrm>
            <a:off x="64655" y="965016"/>
            <a:ext cx="2411573" cy="1462152"/>
            <a:chOff x="64655" y="965016"/>
            <a:chExt cx="2410383" cy="1462152"/>
          </a:xfrm>
        </p:grpSpPr>
        <p:sp>
          <p:nvSpPr>
            <p:cNvPr id="5234" name="사각형: 둥근 모서리 5233">
              <a:extLst>
                <a:ext uri="{FF2B5EF4-FFF2-40B4-BE49-F238E27FC236}">
                  <a16:creationId xmlns:a16="http://schemas.microsoft.com/office/drawing/2014/main" id="{8B639436-E247-ADB4-070F-A9F89A20C459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35" name="TextBox 5234">
              <a:extLst>
                <a:ext uri="{FF2B5EF4-FFF2-40B4-BE49-F238E27FC236}">
                  <a16:creationId xmlns:a16="http://schemas.microsoft.com/office/drawing/2014/main" id="{1BC897A7-C06A-6D66-BF1F-2A0A90E5C3A3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01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236" name="TextBox 5235">
              <a:extLst>
                <a:ext uri="{FF2B5EF4-FFF2-40B4-BE49-F238E27FC236}">
                  <a16:creationId xmlns:a16="http://schemas.microsoft.com/office/drawing/2014/main" id="{514F425E-D35B-2784-F777-77C7E9C390A5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237" name="직선 연결선 5236">
              <a:extLst>
                <a:ext uri="{FF2B5EF4-FFF2-40B4-BE49-F238E27FC236}">
                  <a16:creationId xmlns:a16="http://schemas.microsoft.com/office/drawing/2014/main" id="{68AD32CC-F694-D545-C47D-E97B8F95CA51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38" name="그룹 5237">
              <a:extLst>
                <a:ext uri="{FF2B5EF4-FFF2-40B4-BE49-F238E27FC236}">
                  <a16:creationId xmlns:a16="http://schemas.microsoft.com/office/drawing/2014/main" id="{2F7E3FA9-AB19-D943-77A2-718816822EE8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263" name="그림 5262">
                <a:extLst>
                  <a:ext uri="{FF2B5EF4-FFF2-40B4-BE49-F238E27FC236}">
                    <a16:creationId xmlns:a16="http://schemas.microsoft.com/office/drawing/2014/main" id="{EBADF872-8D80-6940-EBF6-793C2D60C1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4" name="그림 5263">
                <a:extLst>
                  <a:ext uri="{FF2B5EF4-FFF2-40B4-BE49-F238E27FC236}">
                    <a16:creationId xmlns:a16="http://schemas.microsoft.com/office/drawing/2014/main" id="{6E099647-593F-D7DA-5EDF-6ECEC0C725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5" name="그림 5264">
                <a:extLst>
                  <a:ext uri="{FF2B5EF4-FFF2-40B4-BE49-F238E27FC236}">
                    <a16:creationId xmlns:a16="http://schemas.microsoft.com/office/drawing/2014/main" id="{5943AC77-C580-33BF-7477-52C80E9149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6" name="그림 5265">
                <a:extLst>
                  <a:ext uri="{FF2B5EF4-FFF2-40B4-BE49-F238E27FC236}">
                    <a16:creationId xmlns:a16="http://schemas.microsoft.com/office/drawing/2014/main" id="{BE5C4600-9927-482F-8FB2-B0A33DA678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7" name="그림 5266">
                <a:extLst>
                  <a:ext uri="{FF2B5EF4-FFF2-40B4-BE49-F238E27FC236}">
                    <a16:creationId xmlns:a16="http://schemas.microsoft.com/office/drawing/2014/main" id="{BEF47BBE-0732-EBDB-EF96-525CA523A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8" name="그림 5267">
                <a:extLst>
                  <a:ext uri="{FF2B5EF4-FFF2-40B4-BE49-F238E27FC236}">
                    <a16:creationId xmlns:a16="http://schemas.microsoft.com/office/drawing/2014/main" id="{5AB37718-728F-EB17-1CA0-EA1A39EEBE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239" name="TextBox 5238">
              <a:extLst>
                <a:ext uri="{FF2B5EF4-FFF2-40B4-BE49-F238E27FC236}">
                  <a16:creationId xmlns:a16="http://schemas.microsoft.com/office/drawing/2014/main" id="{388AE2F3-6E38-6BF2-DA66-5166358E10E9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240" name="TextBox 5239">
              <a:extLst>
                <a:ext uri="{FF2B5EF4-FFF2-40B4-BE49-F238E27FC236}">
                  <a16:creationId xmlns:a16="http://schemas.microsoft.com/office/drawing/2014/main" id="{9115D6ED-C89A-CF8C-521B-4231B284086A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1" name="TextBox 5240">
              <a:extLst>
                <a:ext uri="{FF2B5EF4-FFF2-40B4-BE49-F238E27FC236}">
                  <a16:creationId xmlns:a16="http://schemas.microsoft.com/office/drawing/2014/main" id="{8CD2D51B-34B4-DEB2-68C3-8990811789CF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2" name="TextBox 5241">
              <a:extLst>
                <a:ext uri="{FF2B5EF4-FFF2-40B4-BE49-F238E27FC236}">
                  <a16:creationId xmlns:a16="http://schemas.microsoft.com/office/drawing/2014/main" id="{2A509CBE-2327-36C7-6FB6-CEC10E2430D1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3" name="TextBox 5242">
              <a:extLst>
                <a:ext uri="{FF2B5EF4-FFF2-40B4-BE49-F238E27FC236}">
                  <a16:creationId xmlns:a16="http://schemas.microsoft.com/office/drawing/2014/main" id="{81DFA2C7-DB5F-BC4F-BDE6-1D97DC205040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4" name="TextBox 5243">
              <a:extLst>
                <a:ext uri="{FF2B5EF4-FFF2-40B4-BE49-F238E27FC236}">
                  <a16:creationId xmlns:a16="http://schemas.microsoft.com/office/drawing/2014/main" id="{58D01DFC-0E67-CBF2-C10E-1644F575B779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5" name="TextBox 5244">
              <a:extLst>
                <a:ext uri="{FF2B5EF4-FFF2-40B4-BE49-F238E27FC236}">
                  <a16:creationId xmlns:a16="http://schemas.microsoft.com/office/drawing/2014/main" id="{AD23AC42-E765-CA9E-8A70-28C994BFDC09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6" name="TextBox 5245">
              <a:extLst>
                <a:ext uri="{FF2B5EF4-FFF2-40B4-BE49-F238E27FC236}">
                  <a16:creationId xmlns:a16="http://schemas.microsoft.com/office/drawing/2014/main" id="{242AA253-E14A-2478-57EB-03D4B02D9578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7" name="TextBox 5246">
              <a:extLst>
                <a:ext uri="{FF2B5EF4-FFF2-40B4-BE49-F238E27FC236}">
                  <a16:creationId xmlns:a16="http://schemas.microsoft.com/office/drawing/2014/main" id="{B3E8C919-4A5B-5529-0A13-A1F3EDB050DC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8" name="TextBox 5247">
              <a:extLst>
                <a:ext uri="{FF2B5EF4-FFF2-40B4-BE49-F238E27FC236}">
                  <a16:creationId xmlns:a16="http://schemas.microsoft.com/office/drawing/2014/main" id="{E071BCD8-0AB9-E2F1-693E-14073AF9C875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9" name="TextBox 5248">
              <a:extLst>
                <a:ext uri="{FF2B5EF4-FFF2-40B4-BE49-F238E27FC236}">
                  <a16:creationId xmlns:a16="http://schemas.microsoft.com/office/drawing/2014/main" id="{6D542E74-AD0A-E7FB-E3CC-18C8DC12FF02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50" name="TextBox 5249">
              <a:extLst>
                <a:ext uri="{FF2B5EF4-FFF2-40B4-BE49-F238E27FC236}">
                  <a16:creationId xmlns:a16="http://schemas.microsoft.com/office/drawing/2014/main" id="{1F2069B3-DC1E-7AA2-944D-E9DE96B67F68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51" name="TextBox 5250">
              <a:extLst>
                <a:ext uri="{FF2B5EF4-FFF2-40B4-BE49-F238E27FC236}">
                  <a16:creationId xmlns:a16="http://schemas.microsoft.com/office/drawing/2014/main" id="{359BFE1C-88DA-F657-DA66-B4D2B925175F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252" name="직선 연결선 5251">
              <a:extLst>
                <a:ext uri="{FF2B5EF4-FFF2-40B4-BE49-F238E27FC236}">
                  <a16:creationId xmlns:a16="http://schemas.microsoft.com/office/drawing/2014/main" id="{830517A3-DE86-FA1C-6DEC-30B1ADF3F4CD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3" name="직선 연결선 5252">
              <a:extLst>
                <a:ext uri="{FF2B5EF4-FFF2-40B4-BE49-F238E27FC236}">
                  <a16:creationId xmlns:a16="http://schemas.microsoft.com/office/drawing/2014/main" id="{81562B30-3990-A3B9-5D55-7D448FFC2A15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54" name="그래픽 5253" descr="벨소리 단색으로 채워진">
              <a:extLst>
                <a:ext uri="{FF2B5EF4-FFF2-40B4-BE49-F238E27FC236}">
                  <a16:creationId xmlns:a16="http://schemas.microsoft.com/office/drawing/2014/main" id="{EB7582A6-469E-AEF9-548D-B3E51412C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255" name="직선 연결선 5254">
              <a:extLst>
                <a:ext uri="{FF2B5EF4-FFF2-40B4-BE49-F238E27FC236}">
                  <a16:creationId xmlns:a16="http://schemas.microsoft.com/office/drawing/2014/main" id="{5791E9D4-8BCC-5F31-BD98-FFB3039009F4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56" name="TextBox 5255">
              <a:extLst>
                <a:ext uri="{FF2B5EF4-FFF2-40B4-BE49-F238E27FC236}">
                  <a16:creationId xmlns:a16="http://schemas.microsoft.com/office/drawing/2014/main" id="{A2B4113A-35C7-0A97-41B8-07AAF84C6D8A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257" name="그룹 5256">
              <a:extLst>
                <a:ext uri="{FF2B5EF4-FFF2-40B4-BE49-F238E27FC236}">
                  <a16:creationId xmlns:a16="http://schemas.microsoft.com/office/drawing/2014/main" id="{0885D056-7330-C681-F3F3-2FE8F019FCD6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261" name="그림 5260">
                <a:extLst>
                  <a:ext uri="{FF2B5EF4-FFF2-40B4-BE49-F238E27FC236}">
                    <a16:creationId xmlns:a16="http://schemas.microsoft.com/office/drawing/2014/main" id="{1DD36368-6910-9682-43EA-2269B2A0DB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262" name="그림 5261">
                <a:extLst>
                  <a:ext uri="{FF2B5EF4-FFF2-40B4-BE49-F238E27FC236}">
                    <a16:creationId xmlns:a16="http://schemas.microsoft.com/office/drawing/2014/main" id="{250F6883-D326-05D3-AE7D-16721CD83F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258" name="직사각형 5257">
              <a:extLst>
                <a:ext uri="{FF2B5EF4-FFF2-40B4-BE49-F238E27FC236}">
                  <a16:creationId xmlns:a16="http://schemas.microsoft.com/office/drawing/2014/main" id="{40C945B8-0C54-DB02-7F4A-A82286570067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59" name="TextBox 5258">
              <a:extLst>
                <a:ext uri="{FF2B5EF4-FFF2-40B4-BE49-F238E27FC236}">
                  <a16:creationId xmlns:a16="http://schemas.microsoft.com/office/drawing/2014/main" id="{2D53AC8E-BDE8-DA76-F46C-2132805EF76B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260" name="직사각형 5259">
              <a:extLst>
                <a:ext uri="{FF2B5EF4-FFF2-40B4-BE49-F238E27FC236}">
                  <a16:creationId xmlns:a16="http://schemas.microsoft.com/office/drawing/2014/main" id="{87FC87A7-7AB1-9A23-D586-DE5BC9D6EBCA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269" name="그룹 5268">
            <a:extLst>
              <a:ext uri="{FF2B5EF4-FFF2-40B4-BE49-F238E27FC236}">
                <a16:creationId xmlns:a16="http://schemas.microsoft.com/office/drawing/2014/main" id="{09FDB698-BF4E-5098-078A-6C61A6662B1A}"/>
              </a:ext>
            </a:extLst>
          </p:cNvPr>
          <p:cNvGrpSpPr/>
          <p:nvPr userDrawn="1"/>
        </p:nvGrpSpPr>
        <p:grpSpPr>
          <a:xfrm>
            <a:off x="2478794" y="965016"/>
            <a:ext cx="2411573" cy="1462152"/>
            <a:chOff x="64655" y="965016"/>
            <a:chExt cx="2410383" cy="1462152"/>
          </a:xfrm>
        </p:grpSpPr>
        <p:sp>
          <p:nvSpPr>
            <p:cNvPr id="5270" name="사각형: 둥근 모서리 5269">
              <a:extLst>
                <a:ext uri="{FF2B5EF4-FFF2-40B4-BE49-F238E27FC236}">
                  <a16:creationId xmlns:a16="http://schemas.microsoft.com/office/drawing/2014/main" id="{0C5AC295-2879-2C63-92C7-D9BF020A7931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71" name="TextBox 5270">
              <a:extLst>
                <a:ext uri="{FF2B5EF4-FFF2-40B4-BE49-F238E27FC236}">
                  <a16:creationId xmlns:a16="http://schemas.microsoft.com/office/drawing/2014/main" id="{BA20034D-ED18-C210-769D-3A70C436D23D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03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272" name="TextBox 5271">
              <a:extLst>
                <a:ext uri="{FF2B5EF4-FFF2-40B4-BE49-F238E27FC236}">
                  <a16:creationId xmlns:a16="http://schemas.microsoft.com/office/drawing/2014/main" id="{5BE93361-D440-26EC-B538-A19A7EB28EA0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273" name="직선 연결선 5272">
              <a:extLst>
                <a:ext uri="{FF2B5EF4-FFF2-40B4-BE49-F238E27FC236}">
                  <a16:creationId xmlns:a16="http://schemas.microsoft.com/office/drawing/2014/main" id="{D05EEA5C-A9E7-1424-9B8A-6C4AAF78058C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74" name="그룹 5273">
              <a:extLst>
                <a:ext uri="{FF2B5EF4-FFF2-40B4-BE49-F238E27FC236}">
                  <a16:creationId xmlns:a16="http://schemas.microsoft.com/office/drawing/2014/main" id="{D88515C2-7E31-BA70-95E4-9514F25B6447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299" name="그림 5298">
                <a:extLst>
                  <a:ext uri="{FF2B5EF4-FFF2-40B4-BE49-F238E27FC236}">
                    <a16:creationId xmlns:a16="http://schemas.microsoft.com/office/drawing/2014/main" id="{397CB3A2-2D38-5641-562A-F00B17724D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0" name="그림 5299">
                <a:extLst>
                  <a:ext uri="{FF2B5EF4-FFF2-40B4-BE49-F238E27FC236}">
                    <a16:creationId xmlns:a16="http://schemas.microsoft.com/office/drawing/2014/main" id="{FE71E142-57FC-04E0-77A9-7BBB84A70C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1" name="그림 5300">
                <a:extLst>
                  <a:ext uri="{FF2B5EF4-FFF2-40B4-BE49-F238E27FC236}">
                    <a16:creationId xmlns:a16="http://schemas.microsoft.com/office/drawing/2014/main" id="{E3DE7514-31D9-0EDA-5085-274FCD8AEA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2" name="그림 5301">
                <a:extLst>
                  <a:ext uri="{FF2B5EF4-FFF2-40B4-BE49-F238E27FC236}">
                    <a16:creationId xmlns:a16="http://schemas.microsoft.com/office/drawing/2014/main" id="{6F84FEE1-C37E-1A3E-AC7C-6D16382A14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3" name="그림 5302">
                <a:extLst>
                  <a:ext uri="{FF2B5EF4-FFF2-40B4-BE49-F238E27FC236}">
                    <a16:creationId xmlns:a16="http://schemas.microsoft.com/office/drawing/2014/main" id="{12B43AA9-B99A-A0FA-550B-F3DDCE73B4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4" name="그림 5303">
                <a:extLst>
                  <a:ext uri="{FF2B5EF4-FFF2-40B4-BE49-F238E27FC236}">
                    <a16:creationId xmlns:a16="http://schemas.microsoft.com/office/drawing/2014/main" id="{DDDBC1CF-7591-1A28-3B04-736C0559FC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275" name="TextBox 5274">
              <a:extLst>
                <a:ext uri="{FF2B5EF4-FFF2-40B4-BE49-F238E27FC236}">
                  <a16:creationId xmlns:a16="http://schemas.microsoft.com/office/drawing/2014/main" id="{90E40ABD-B8B2-D7DE-BCB5-1662D858EBF5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276" name="TextBox 5275">
              <a:extLst>
                <a:ext uri="{FF2B5EF4-FFF2-40B4-BE49-F238E27FC236}">
                  <a16:creationId xmlns:a16="http://schemas.microsoft.com/office/drawing/2014/main" id="{874942EC-348F-310A-C52D-7A8CAD0A3E5E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77" name="TextBox 5276">
              <a:extLst>
                <a:ext uri="{FF2B5EF4-FFF2-40B4-BE49-F238E27FC236}">
                  <a16:creationId xmlns:a16="http://schemas.microsoft.com/office/drawing/2014/main" id="{3262D8BD-E43D-A96E-9C93-3E81F16F024D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78" name="TextBox 5277">
              <a:extLst>
                <a:ext uri="{FF2B5EF4-FFF2-40B4-BE49-F238E27FC236}">
                  <a16:creationId xmlns:a16="http://schemas.microsoft.com/office/drawing/2014/main" id="{D073A2E6-A6CE-A3A4-9E06-0A0220B3D403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79" name="TextBox 5278">
              <a:extLst>
                <a:ext uri="{FF2B5EF4-FFF2-40B4-BE49-F238E27FC236}">
                  <a16:creationId xmlns:a16="http://schemas.microsoft.com/office/drawing/2014/main" id="{67B897E7-96C5-AAD9-E275-AC3C11D22D2F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0" name="TextBox 5279">
              <a:extLst>
                <a:ext uri="{FF2B5EF4-FFF2-40B4-BE49-F238E27FC236}">
                  <a16:creationId xmlns:a16="http://schemas.microsoft.com/office/drawing/2014/main" id="{58191D1E-CC22-1006-5D6E-53AB8EE1E40B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1" name="TextBox 5280">
              <a:extLst>
                <a:ext uri="{FF2B5EF4-FFF2-40B4-BE49-F238E27FC236}">
                  <a16:creationId xmlns:a16="http://schemas.microsoft.com/office/drawing/2014/main" id="{9E6BB08F-AE3E-D124-1B0C-1BE15DCF5C8B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2" name="TextBox 5281">
              <a:extLst>
                <a:ext uri="{FF2B5EF4-FFF2-40B4-BE49-F238E27FC236}">
                  <a16:creationId xmlns:a16="http://schemas.microsoft.com/office/drawing/2014/main" id="{129F7813-DA43-3DF5-9F64-2E817B8F06C9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3" name="TextBox 5282">
              <a:extLst>
                <a:ext uri="{FF2B5EF4-FFF2-40B4-BE49-F238E27FC236}">
                  <a16:creationId xmlns:a16="http://schemas.microsoft.com/office/drawing/2014/main" id="{3203A889-0F4D-92B8-2DC1-F101D001F254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4" name="TextBox 5283">
              <a:extLst>
                <a:ext uri="{FF2B5EF4-FFF2-40B4-BE49-F238E27FC236}">
                  <a16:creationId xmlns:a16="http://schemas.microsoft.com/office/drawing/2014/main" id="{B9990D69-B2B5-F1C2-93E5-B461F72E983A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5" name="TextBox 5284">
              <a:extLst>
                <a:ext uri="{FF2B5EF4-FFF2-40B4-BE49-F238E27FC236}">
                  <a16:creationId xmlns:a16="http://schemas.microsoft.com/office/drawing/2014/main" id="{ABEFFF4B-E7B3-1A5B-31DE-FA5924E97DE4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6" name="TextBox 5285">
              <a:extLst>
                <a:ext uri="{FF2B5EF4-FFF2-40B4-BE49-F238E27FC236}">
                  <a16:creationId xmlns:a16="http://schemas.microsoft.com/office/drawing/2014/main" id="{A815881E-D914-F1DB-2C4D-E3D439B53099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7" name="TextBox 5286">
              <a:extLst>
                <a:ext uri="{FF2B5EF4-FFF2-40B4-BE49-F238E27FC236}">
                  <a16:creationId xmlns:a16="http://schemas.microsoft.com/office/drawing/2014/main" id="{A3C4AC62-91B7-4A27-0790-0A443E925BE9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288" name="직선 연결선 5287">
              <a:extLst>
                <a:ext uri="{FF2B5EF4-FFF2-40B4-BE49-F238E27FC236}">
                  <a16:creationId xmlns:a16="http://schemas.microsoft.com/office/drawing/2014/main" id="{8438ADF6-F4CF-7353-6B3A-9B3C69F1B558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9" name="직선 연결선 5288">
              <a:extLst>
                <a:ext uri="{FF2B5EF4-FFF2-40B4-BE49-F238E27FC236}">
                  <a16:creationId xmlns:a16="http://schemas.microsoft.com/office/drawing/2014/main" id="{DA7827E7-43D5-5926-6106-3790567F12C2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90" name="그래픽 5289" descr="벨소리 단색으로 채워진">
              <a:extLst>
                <a:ext uri="{FF2B5EF4-FFF2-40B4-BE49-F238E27FC236}">
                  <a16:creationId xmlns:a16="http://schemas.microsoft.com/office/drawing/2014/main" id="{00BE0C5E-E631-CFC3-ADC9-D91B6D1CA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291" name="직선 연결선 5290">
              <a:extLst>
                <a:ext uri="{FF2B5EF4-FFF2-40B4-BE49-F238E27FC236}">
                  <a16:creationId xmlns:a16="http://schemas.microsoft.com/office/drawing/2014/main" id="{6E3E9141-B636-6305-6B6F-E671785B8791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92" name="TextBox 5291">
              <a:extLst>
                <a:ext uri="{FF2B5EF4-FFF2-40B4-BE49-F238E27FC236}">
                  <a16:creationId xmlns:a16="http://schemas.microsoft.com/office/drawing/2014/main" id="{526DE269-DE85-0508-5A35-443338AD1162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293" name="그룹 5292">
              <a:extLst>
                <a:ext uri="{FF2B5EF4-FFF2-40B4-BE49-F238E27FC236}">
                  <a16:creationId xmlns:a16="http://schemas.microsoft.com/office/drawing/2014/main" id="{51ABC908-ED77-11CF-4A9C-6DD3724A8474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297" name="그림 5296">
                <a:extLst>
                  <a:ext uri="{FF2B5EF4-FFF2-40B4-BE49-F238E27FC236}">
                    <a16:creationId xmlns:a16="http://schemas.microsoft.com/office/drawing/2014/main" id="{09A7D176-7307-CAAA-CC2D-0BAD796A1E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298" name="그림 5297">
                <a:extLst>
                  <a:ext uri="{FF2B5EF4-FFF2-40B4-BE49-F238E27FC236}">
                    <a16:creationId xmlns:a16="http://schemas.microsoft.com/office/drawing/2014/main" id="{ACA0A3D2-F116-89B5-FC19-96955EE93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294" name="직사각형 5293">
              <a:extLst>
                <a:ext uri="{FF2B5EF4-FFF2-40B4-BE49-F238E27FC236}">
                  <a16:creationId xmlns:a16="http://schemas.microsoft.com/office/drawing/2014/main" id="{33C07EC5-9EC7-BFE2-AC19-CE3DFAF1DDD9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5" name="TextBox 5294">
              <a:extLst>
                <a:ext uri="{FF2B5EF4-FFF2-40B4-BE49-F238E27FC236}">
                  <a16:creationId xmlns:a16="http://schemas.microsoft.com/office/drawing/2014/main" id="{919B6611-2908-AFA6-1E0D-B7703EC7DB1E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296" name="직사각형 5295">
              <a:extLst>
                <a:ext uri="{FF2B5EF4-FFF2-40B4-BE49-F238E27FC236}">
                  <a16:creationId xmlns:a16="http://schemas.microsoft.com/office/drawing/2014/main" id="{FB33C18E-EE73-F52D-8053-B3F223CCB181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05" name="그룹 5304">
            <a:extLst>
              <a:ext uri="{FF2B5EF4-FFF2-40B4-BE49-F238E27FC236}">
                <a16:creationId xmlns:a16="http://schemas.microsoft.com/office/drawing/2014/main" id="{2B311365-BA77-C52D-A7D3-3271E4FA098E}"/>
              </a:ext>
            </a:extLst>
          </p:cNvPr>
          <p:cNvGrpSpPr/>
          <p:nvPr userDrawn="1"/>
        </p:nvGrpSpPr>
        <p:grpSpPr>
          <a:xfrm>
            <a:off x="4890552" y="965016"/>
            <a:ext cx="2411573" cy="1462152"/>
            <a:chOff x="64655" y="965016"/>
            <a:chExt cx="2410383" cy="1462152"/>
          </a:xfrm>
        </p:grpSpPr>
        <p:sp>
          <p:nvSpPr>
            <p:cNvPr id="5306" name="사각형: 둥근 모서리 5305">
              <a:extLst>
                <a:ext uri="{FF2B5EF4-FFF2-40B4-BE49-F238E27FC236}">
                  <a16:creationId xmlns:a16="http://schemas.microsoft.com/office/drawing/2014/main" id="{BFA700B2-F911-CD4A-3F3E-9D8413DE9D37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07" name="TextBox 5306">
              <a:extLst>
                <a:ext uri="{FF2B5EF4-FFF2-40B4-BE49-F238E27FC236}">
                  <a16:creationId xmlns:a16="http://schemas.microsoft.com/office/drawing/2014/main" id="{22F56560-B896-4FB0-F4FA-37505D5AA28B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05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08" name="TextBox 5307">
              <a:extLst>
                <a:ext uri="{FF2B5EF4-FFF2-40B4-BE49-F238E27FC236}">
                  <a16:creationId xmlns:a16="http://schemas.microsoft.com/office/drawing/2014/main" id="{AA56C002-55FA-2F01-F41E-DFA91A96701D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309" name="직선 연결선 5308">
              <a:extLst>
                <a:ext uri="{FF2B5EF4-FFF2-40B4-BE49-F238E27FC236}">
                  <a16:creationId xmlns:a16="http://schemas.microsoft.com/office/drawing/2014/main" id="{0E486732-9C0F-2094-0262-3079B6FFCC03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10" name="그룹 5309">
              <a:extLst>
                <a:ext uri="{FF2B5EF4-FFF2-40B4-BE49-F238E27FC236}">
                  <a16:creationId xmlns:a16="http://schemas.microsoft.com/office/drawing/2014/main" id="{E9B39F45-CB86-1141-F651-617086CD17F8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335" name="그림 5334">
                <a:extLst>
                  <a:ext uri="{FF2B5EF4-FFF2-40B4-BE49-F238E27FC236}">
                    <a16:creationId xmlns:a16="http://schemas.microsoft.com/office/drawing/2014/main" id="{E8D09ED7-4C82-CD09-5154-6960ACA7CF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36" name="그림 5335">
                <a:extLst>
                  <a:ext uri="{FF2B5EF4-FFF2-40B4-BE49-F238E27FC236}">
                    <a16:creationId xmlns:a16="http://schemas.microsoft.com/office/drawing/2014/main" id="{7D78F6F8-884E-0817-873C-E053026D9F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37" name="그림 5336">
                <a:extLst>
                  <a:ext uri="{FF2B5EF4-FFF2-40B4-BE49-F238E27FC236}">
                    <a16:creationId xmlns:a16="http://schemas.microsoft.com/office/drawing/2014/main" id="{0DEA86D8-6B41-057E-084D-42B446D5A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38" name="그림 5337">
                <a:extLst>
                  <a:ext uri="{FF2B5EF4-FFF2-40B4-BE49-F238E27FC236}">
                    <a16:creationId xmlns:a16="http://schemas.microsoft.com/office/drawing/2014/main" id="{2C78B883-80B9-9929-4839-A8626F6A77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39" name="그림 5338">
                <a:extLst>
                  <a:ext uri="{FF2B5EF4-FFF2-40B4-BE49-F238E27FC236}">
                    <a16:creationId xmlns:a16="http://schemas.microsoft.com/office/drawing/2014/main" id="{FB099CA8-AEA5-9C9B-D106-5E615FF6A9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40" name="그림 5339">
                <a:extLst>
                  <a:ext uri="{FF2B5EF4-FFF2-40B4-BE49-F238E27FC236}">
                    <a16:creationId xmlns:a16="http://schemas.microsoft.com/office/drawing/2014/main" id="{419F16A1-AA83-9032-C2BA-87B9749AB6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311" name="TextBox 5310">
              <a:extLst>
                <a:ext uri="{FF2B5EF4-FFF2-40B4-BE49-F238E27FC236}">
                  <a16:creationId xmlns:a16="http://schemas.microsoft.com/office/drawing/2014/main" id="{6D1333E9-5441-F66B-931B-85E80C49D427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12" name="TextBox 5311">
              <a:extLst>
                <a:ext uri="{FF2B5EF4-FFF2-40B4-BE49-F238E27FC236}">
                  <a16:creationId xmlns:a16="http://schemas.microsoft.com/office/drawing/2014/main" id="{2A70EC82-FC03-EB07-8641-B07195DD391B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3" name="TextBox 5312">
              <a:extLst>
                <a:ext uri="{FF2B5EF4-FFF2-40B4-BE49-F238E27FC236}">
                  <a16:creationId xmlns:a16="http://schemas.microsoft.com/office/drawing/2014/main" id="{6EF93492-981B-87ED-0C07-F752877F890C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4" name="TextBox 5313">
              <a:extLst>
                <a:ext uri="{FF2B5EF4-FFF2-40B4-BE49-F238E27FC236}">
                  <a16:creationId xmlns:a16="http://schemas.microsoft.com/office/drawing/2014/main" id="{9F3802F8-6C1B-01C3-D4AF-6757FC5E7453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5" name="TextBox 5314">
              <a:extLst>
                <a:ext uri="{FF2B5EF4-FFF2-40B4-BE49-F238E27FC236}">
                  <a16:creationId xmlns:a16="http://schemas.microsoft.com/office/drawing/2014/main" id="{9C344FAC-3E69-46A5-8C2A-1069E4C23870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6" name="TextBox 5315">
              <a:extLst>
                <a:ext uri="{FF2B5EF4-FFF2-40B4-BE49-F238E27FC236}">
                  <a16:creationId xmlns:a16="http://schemas.microsoft.com/office/drawing/2014/main" id="{01949C3F-ACBB-1693-BAA3-86C615629F32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7" name="TextBox 5316">
              <a:extLst>
                <a:ext uri="{FF2B5EF4-FFF2-40B4-BE49-F238E27FC236}">
                  <a16:creationId xmlns:a16="http://schemas.microsoft.com/office/drawing/2014/main" id="{D7B435CA-5558-BA4D-B859-8C9999B1BB26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8" name="TextBox 5317">
              <a:extLst>
                <a:ext uri="{FF2B5EF4-FFF2-40B4-BE49-F238E27FC236}">
                  <a16:creationId xmlns:a16="http://schemas.microsoft.com/office/drawing/2014/main" id="{391375BA-42BC-4A8E-9F12-F5AE0A2DB079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9" name="TextBox 5318">
              <a:extLst>
                <a:ext uri="{FF2B5EF4-FFF2-40B4-BE49-F238E27FC236}">
                  <a16:creationId xmlns:a16="http://schemas.microsoft.com/office/drawing/2014/main" id="{C8FDD6B2-A21A-FA91-2D39-FAD4CDE8935B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20" name="TextBox 5319">
              <a:extLst>
                <a:ext uri="{FF2B5EF4-FFF2-40B4-BE49-F238E27FC236}">
                  <a16:creationId xmlns:a16="http://schemas.microsoft.com/office/drawing/2014/main" id="{EABCB7BA-3B04-FF7D-D6D8-6A5B0FD0974C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21" name="TextBox 5320">
              <a:extLst>
                <a:ext uri="{FF2B5EF4-FFF2-40B4-BE49-F238E27FC236}">
                  <a16:creationId xmlns:a16="http://schemas.microsoft.com/office/drawing/2014/main" id="{990C8308-6B71-EDD8-42D1-5CBB3AB8A037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22" name="TextBox 5321">
              <a:extLst>
                <a:ext uri="{FF2B5EF4-FFF2-40B4-BE49-F238E27FC236}">
                  <a16:creationId xmlns:a16="http://schemas.microsoft.com/office/drawing/2014/main" id="{37AB7B29-DE54-42E7-6557-5BADF0DBFE2B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23" name="TextBox 5322">
              <a:extLst>
                <a:ext uri="{FF2B5EF4-FFF2-40B4-BE49-F238E27FC236}">
                  <a16:creationId xmlns:a16="http://schemas.microsoft.com/office/drawing/2014/main" id="{4FE97113-6928-2D46-B16C-2947CBA5F117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324" name="직선 연결선 5323">
              <a:extLst>
                <a:ext uri="{FF2B5EF4-FFF2-40B4-BE49-F238E27FC236}">
                  <a16:creationId xmlns:a16="http://schemas.microsoft.com/office/drawing/2014/main" id="{7BA5CF22-2662-3C76-01A3-F8F7AEC70725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5" name="직선 연결선 5324">
              <a:extLst>
                <a:ext uri="{FF2B5EF4-FFF2-40B4-BE49-F238E27FC236}">
                  <a16:creationId xmlns:a16="http://schemas.microsoft.com/office/drawing/2014/main" id="{D6EFC4EE-029F-5F4C-EE03-DC297F08331A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26" name="그래픽 5325" descr="벨소리 단색으로 채워진">
              <a:extLst>
                <a:ext uri="{FF2B5EF4-FFF2-40B4-BE49-F238E27FC236}">
                  <a16:creationId xmlns:a16="http://schemas.microsoft.com/office/drawing/2014/main" id="{62919EB2-8BE6-A4ED-81B9-9831CD825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327" name="직선 연결선 5326">
              <a:extLst>
                <a:ext uri="{FF2B5EF4-FFF2-40B4-BE49-F238E27FC236}">
                  <a16:creationId xmlns:a16="http://schemas.microsoft.com/office/drawing/2014/main" id="{D9CA9573-48D9-2F5A-D252-16FCF00437D5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28" name="TextBox 5327">
              <a:extLst>
                <a:ext uri="{FF2B5EF4-FFF2-40B4-BE49-F238E27FC236}">
                  <a16:creationId xmlns:a16="http://schemas.microsoft.com/office/drawing/2014/main" id="{4EF4D02F-5173-6FFC-6C40-A9772D0A516A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329" name="그룹 5328">
              <a:extLst>
                <a:ext uri="{FF2B5EF4-FFF2-40B4-BE49-F238E27FC236}">
                  <a16:creationId xmlns:a16="http://schemas.microsoft.com/office/drawing/2014/main" id="{907E7A83-87F7-47EF-6D31-B85CBBBC5715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333" name="그림 5332">
                <a:extLst>
                  <a:ext uri="{FF2B5EF4-FFF2-40B4-BE49-F238E27FC236}">
                    <a16:creationId xmlns:a16="http://schemas.microsoft.com/office/drawing/2014/main" id="{6680006E-5058-2265-BF6A-A96A86B4CE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334" name="그림 5333">
                <a:extLst>
                  <a:ext uri="{FF2B5EF4-FFF2-40B4-BE49-F238E27FC236}">
                    <a16:creationId xmlns:a16="http://schemas.microsoft.com/office/drawing/2014/main" id="{CAF7275F-2F1F-EDE1-10D6-CC4FA07859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330" name="직사각형 5329">
              <a:extLst>
                <a:ext uri="{FF2B5EF4-FFF2-40B4-BE49-F238E27FC236}">
                  <a16:creationId xmlns:a16="http://schemas.microsoft.com/office/drawing/2014/main" id="{A2C3969A-9D88-CA2E-D038-AB53A6D45623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1" name="TextBox 5330">
              <a:extLst>
                <a:ext uri="{FF2B5EF4-FFF2-40B4-BE49-F238E27FC236}">
                  <a16:creationId xmlns:a16="http://schemas.microsoft.com/office/drawing/2014/main" id="{F6F74B93-482A-3C91-7604-D75F5E806D58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332" name="직사각형 5331">
              <a:extLst>
                <a:ext uri="{FF2B5EF4-FFF2-40B4-BE49-F238E27FC236}">
                  <a16:creationId xmlns:a16="http://schemas.microsoft.com/office/drawing/2014/main" id="{FFA838BB-9D3A-5D2F-46C3-A39D15760494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41" name="그룹 5340">
            <a:extLst>
              <a:ext uri="{FF2B5EF4-FFF2-40B4-BE49-F238E27FC236}">
                <a16:creationId xmlns:a16="http://schemas.microsoft.com/office/drawing/2014/main" id="{20D4C4B2-DABA-DE13-5AFD-108027C28431}"/>
              </a:ext>
            </a:extLst>
          </p:cNvPr>
          <p:cNvGrpSpPr/>
          <p:nvPr userDrawn="1"/>
        </p:nvGrpSpPr>
        <p:grpSpPr>
          <a:xfrm>
            <a:off x="7302823" y="965016"/>
            <a:ext cx="2411573" cy="1462152"/>
            <a:chOff x="64655" y="965016"/>
            <a:chExt cx="2410383" cy="1462152"/>
          </a:xfrm>
        </p:grpSpPr>
        <p:sp>
          <p:nvSpPr>
            <p:cNvPr id="5342" name="사각형: 둥근 모서리 5341">
              <a:extLst>
                <a:ext uri="{FF2B5EF4-FFF2-40B4-BE49-F238E27FC236}">
                  <a16:creationId xmlns:a16="http://schemas.microsoft.com/office/drawing/2014/main" id="{C4E4CE4C-F438-48A4-8624-157967F2575A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43" name="TextBox 5342">
              <a:extLst>
                <a:ext uri="{FF2B5EF4-FFF2-40B4-BE49-F238E27FC236}">
                  <a16:creationId xmlns:a16="http://schemas.microsoft.com/office/drawing/2014/main" id="{A8D878C5-884C-458B-2504-913A0E1CEE4F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07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44" name="TextBox 5343">
              <a:extLst>
                <a:ext uri="{FF2B5EF4-FFF2-40B4-BE49-F238E27FC236}">
                  <a16:creationId xmlns:a16="http://schemas.microsoft.com/office/drawing/2014/main" id="{D2C0BE2E-45F3-D11E-3A29-908BF9D01058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345" name="직선 연결선 5344">
              <a:extLst>
                <a:ext uri="{FF2B5EF4-FFF2-40B4-BE49-F238E27FC236}">
                  <a16:creationId xmlns:a16="http://schemas.microsoft.com/office/drawing/2014/main" id="{AFEFE1B3-21B7-2316-DE48-934193967FE0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46" name="그룹 5345">
              <a:extLst>
                <a:ext uri="{FF2B5EF4-FFF2-40B4-BE49-F238E27FC236}">
                  <a16:creationId xmlns:a16="http://schemas.microsoft.com/office/drawing/2014/main" id="{587B2960-7834-4CCD-7950-199AAAF6A534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371" name="그림 5370">
                <a:extLst>
                  <a:ext uri="{FF2B5EF4-FFF2-40B4-BE49-F238E27FC236}">
                    <a16:creationId xmlns:a16="http://schemas.microsoft.com/office/drawing/2014/main" id="{EBADFB5E-0B55-E885-888A-25A1403F27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2" name="그림 5371">
                <a:extLst>
                  <a:ext uri="{FF2B5EF4-FFF2-40B4-BE49-F238E27FC236}">
                    <a16:creationId xmlns:a16="http://schemas.microsoft.com/office/drawing/2014/main" id="{C47C5434-8098-AF5D-7F8F-65E91C3AA5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3" name="그림 5372">
                <a:extLst>
                  <a:ext uri="{FF2B5EF4-FFF2-40B4-BE49-F238E27FC236}">
                    <a16:creationId xmlns:a16="http://schemas.microsoft.com/office/drawing/2014/main" id="{91918EBF-2B89-BF15-828E-65B74A48AD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4" name="그림 5373">
                <a:extLst>
                  <a:ext uri="{FF2B5EF4-FFF2-40B4-BE49-F238E27FC236}">
                    <a16:creationId xmlns:a16="http://schemas.microsoft.com/office/drawing/2014/main" id="{44F0C592-3F3C-618F-1B11-085D6D83C5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5" name="그림 5374">
                <a:extLst>
                  <a:ext uri="{FF2B5EF4-FFF2-40B4-BE49-F238E27FC236}">
                    <a16:creationId xmlns:a16="http://schemas.microsoft.com/office/drawing/2014/main" id="{41C239B4-2D87-EBAF-60A5-962312E99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6" name="그림 5375">
                <a:extLst>
                  <a:ext uri="{FF2B5EF4-FFF2-40B4-BE49-F238E27FC236}">
                    <a16:creationId xmlns:a16="http://schemas.microsoft.com/office/drawing/2014/main" id="{630825DF-694D-93FB-2E8B-88FE62DBF2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347" name="TextBox 5346">
              <a:extLst>
                <a:ext uri="{FF2B5EF4-FFF2-40B4-BE49-F238E27FC236}">
                  <a16:creationId xmlns:a16="http://schemas.microsoft.com/office/drawing/2014/main" id="{83BE77ED-6B3C-785D-BB57-420E7940084D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48" name="TextBox 5347">
              <a:extLst>
                <a:ext uri="{FF2B5EF4-FFF2-40B4-BE49-F238E27FC236}">
                  <a16:creationId xmlns:a16="http://schemas.microsoft.com/office/drawing/2014/main" id="{80E2410F-8B63-B45F-0EED-BEA0C2C6E956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49" name="TextBox 5348">
              <a:extLst>
                <a:ext uri="{FF2B5EF4-FFF2-40B4-BE49-F238E27FC236}">
                  <a16:creationId xmlns:a16="http://schemas.microsoft.com/office/drawing/2014/main" id="{C20C0974-9A17-007A-A5FF-D879D0249C0E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0" name="TextBox 5349">
              <a:extLst>
                <a:ext uri="{FF2B5EF4-FFF2-40B4-BE49-F238E27FC236}">
                  <a16:creationId xmlns:a16="http://schemas.microsoft.com/office/drawing/2014/main" id="{5FFF4A65-B1FB-9081-6B79-1090647E8852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1" name="TextBox 5350">
              <a:extLst>
                <a:ext uri="{FF2B5EF4-FFF2-40B4-BE49-F238E27FC236}">
                  <a16:creationId xmlns:a16="http://schemas.microsoft.com/office/drawing/2014/main" id="{54BA1266-0A2B-C334-7EE5-CAEC33590BD1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2" name="TextBox 5351">
              <a:extLst>
                <a:ext uri="{FF2B5EF4-FFF2-40B4-BE49-F238E27FC236}">
                  <a16:creationId xmlns:a16="http://schemas.microsoft.com/office/drawing/2014/main" id="{4EF3A50E-A297-C101-E54D-4875A486CF6F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3" name="TextBox 5352">
              <a:extLst>
                <a:ext uri="{FF2B5EF4-FFF2-40B4-BE49-F238E27FC236}">
                  <a16:creationId xmlns:a16="http://schemas.microsoft.com/office/drawing/2014/main" id="{76347563-6FB2-5D36-0594-01B1CA402976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4" name="TextBox 5353">
              <a:extLst>
                <a:ext uri="{FF2B5EF4-FFF2-40B4-BE49-F238E27FC236}">
                  <a16:creationId xmlns:a16="http://schemas.microsoft.com/office/drawing/2014/main" id="{6BC8FA81-DB76-9333-F869-5EA231DA5E64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5" name="TextBox 5354">
              <a:extLst>
                <a:ext uri="{FF2B5EF4-FFF2-40B4-BE49-F238E27FC236}">
                  <a16:creationId xmlns:a16="http://schemas.microsoft.com/office/drawing/2014/main" id="{0017BFCC-A7E5-415A-74A1-B14EA7C7D309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6" name="TextBox 5355">
              <a:extLst>
                <a:ext uri="{FF2B5EF4-FFF2-40B4-BE49-F238E27FC236}">
                  <a16:creationId xmlns:a16="http://schemas.microsoft.com/office/drawing/2014/main" id="{2AD8A28A-8970-6816-1051-2A09DFDA3DAB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7" name="TextBox 5356">
              <a:extLst>
                <a:ext uri="{FF2B5EF4-FFF2-40B4-BE49-F238E27FC236}">
                  <a16:creationId xmlns:a16="http://schemas.microsoft.com/office/drawing/2014/main" id="{79B03D50-5656-8595-8CA0-E9BEB2ED72BC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8" name="TextBox 5357">
              <a:extLst>
                <a:ext uri="{FF2B5EF4-FFF2-40B4-BE49-F238E27FC236}">
                  <a16:creationId xmlns:a16="http://schemas.microsoft.com/office/drawing/2014/main" id="{77B0E9AF-F3C3-C11E-CC1F-4180BE40E610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9" name="TextBox 5358">
              <a:extLst>
                <a:ext uri="{FF2B5EF4-FFF2-40B4-BE49-F238E27FC236}">
                  <a16:creationId xmlns:a16="http://schemas.microsoft.com/office/drawing/2014/main" id="{D2BDA367-53E7-F228-DBDA-4AE7D3AFE3ED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360" name="직선 연결선 5359">
              <a:extLst>
                <a:ext uri="{FF2B5EF4-FFF2-40B4-BE49-F238E27FC236}">
                  <a16:creationId xmlns:a16="http://schemas.microsoft.com/office/drawing/2014/main" id="{122DA7F1-9B7F-4399-9E4A-2FE77B001078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1" name="직선 연결선 5360">
              <a:extLst>
                <a:ext uri="{FF2B5EF4-FFF2-40B4-BE49-F238E27FC236}">
                  <a16:creationId xmlns:a16="http://schemas.microsoft.com/office/drawing/2014/main" id="{85563193-E853-8F26-8DE6-C21050256923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62" name="그래픽 5361" descr="벨소리 단색으로 채워진">
              <a:extLst>
                <a:ext uri="{FF2B5EF4-FFF2-40B4-BE49-F238E27FC236}">
                  <a16:creationId xmlns:a16="http://schemas.microsoft.com/office/drawing/2014/main" id="{2AB9DECF-93BE-74B7-84EE-6F3FCB671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363" name="직선 연결선 5362">
              <a:extLst>
                <a:ext uri="{FF2B5EF4-FFF2-40B4-BE49-F238E27FC236}">
                  <a16:creationId xmlns:a16="http://schemas.microsoft.com/office/drawing/2014/main" id="{009BC4B6-5B2E-9704-B60C-D3C591550F57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4" name="TextBox 5363">
              <a:extLst>
                <a:ext uri="{FF2B5EF4-FFF2-40B4-BE49-F238E27FC236}">
                  <a16:creationId xmlns:a16="http://schemas.microsoft.com/office/drawing/2014/main" id="{9AABC529-CD56-E379-808D-32801445797B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365" name="그룹 5364">
              <a:extLst>
                <a:ext uri="{FF2B5EF4-FFF2-40B4-BE49-F238E27FC236}">
                  <a16:creationId xmlns:a16="http://schemas.microsoft.com/office/drawing/2014/main" id="{C766FEEF-E5B3-F773-5510-13391D699F2A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369" name="그림 5368">
                <a:extLst>
                  <a:ext uri="{FF2B5EF4-FFF2-40B4-BE49-F238E27FC236}">
                    <a16:creationId xmlns:a16="http://schemas.microsoft.com/office/drawing/2014/main" id="{A761A251-BAD0-37C2-5DC6-A04C7A402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370" name="그림 5369">
                <a:extLst>
                  <a:ext uri="{FF2B5EF4-FFF2-40B4-BE49-F238E27FC236}">
                    <a16:creationId xmlns:a16="http://schemas.microsoft.com/office/drawing/2014/main" id="{F6E8CB7B-A55F-4F87-B2F2-65ECACBECF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366" name="직사각형 5365">
              <a:extLst>
                <a:ext uri="{FF2B5EF4-FFF2-40B4-BE49-F238E27FC236}">
                  <a16:creationId xmlns:a16="http://schemas.microsoft.com/office/drawing/2014/main" id="{0971029D-2A89-3047-B865-32892FEE2D53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7" name="TextBox 5366">
              <a:extLst>
                <a:ext uri="{FF2B5EF4-FFF2-40B4-BE49-F238E27FC236}">
                  <a16:creationId xmlns:a16="http://schemas.microsoft.com/office/drawing/2014/main" id="{A1D719AA-AF66-3011-F430-5F751411BAFC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368" name="직사각형 5367">
              <a:extLst>
                <a:ext uri="{FF2B5EF4-FFF2-40B4-BE49-F238E27FC236}">
                  <a16:creationId xmlns:a16="http://schemas.microsoft.com/office/drawing/2014/main" id="{CD0BD82D-459F-5684-2269-56A0BA5E89D2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77" name="그룹 5376">
            <a:extLst>
              <a:ext uri="{FF2B5EF4-FFF2-40B4-BE49-F238E27FC236}">
                <a16:creationId xmlns:a16="http://schemas.microsoft.com/office/drawing/2014/main" id="{6F49907B-F98D-38E5-8626-2E67217C99D8}"/>
              </a:ext>
            </a:extLst>
          </p:cNvPr>
          <p:cNvGrpSpPr/>
          <p:nvPr userDrawn="1"/>
        </p:nvGrpSpPr>
        <p:grpSpPr>
          <a:xfrm>
            <a:off x="64655" y="2426597"/>
            <a:ext cx="2411573" cy="1462152"/>
            <a:chOff x="64655" y="965016"/>
            <a:chExt cx="2410383" cy="1462152"/>
          </a:xfrm>
        </p:grpSpPr>
        <p:sp>
          <p:nvSpPr>
            <p:cNvPr id="5378" name="사각형: 둥근 모서리 5377">
              <a:extLst>
                <a:ext uri="{FF2B5EF4-FFF2-40B4-BE49-F238E27FC236}">
                  <a16:creationId xmlns:a16="http://schemas.microsoft.com/office/drawing/2014/main" id="{656175A8-B672-DD61-6281-B524D2CECCD3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79" name="TextBox 5378">
              <a:extLst>
                <a:ext uri="{FF2B5EF4-FFF2-40B4-BE49-F238E27FC236}">
                  <a16:creationId xmlns:a16="http://schemas.microsoft.com/office/drawing/2014/main" id="{1A233361-3289-8289-DF16-ACC1051AF55E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02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80" name="TextBox 5379">
              <a:extLst>
                <a:ext uri="{FF2B5EF4-FFF2-40B4-BE49-F238E27FC236}">
                  <a16:creationId xmlns:a16="http://schemas.microsoft.com/office/drawing/2014/main" id="{91CEB7A2-C762-EFA6-F82D-289DC2EA9AE8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381" name="직선 연결선 5380">
              <a:extLst>
                <a:ext uri="{FF2B5EF4-FFF2-40B4-BE49-F238E27FC236}">
                  <a16:creationId xmlns:a16="http://schemas.microsoft.com/office/drawing/2014/main" id="{52BDEF66-B360-F6FB-5173-F713FC93F5E6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82" name="그룹 5381">
              <a:extLst>
                <a:ext uri="{FF2B5EF4-FFF2-40B4-BE49-F238E27FC236}">
                  <a16:creationId xmlns:a16="http://schemas.microsoft.com/office/drawing/2014/main" id="{9146A91D-39C8-4EF1-7B55-264859F152BE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407" name="그림 5406">
                <a:extLst>
                  <a:ext uri="{FF2B5EF4-FFF2-40B4-BE49-F238E27FC236}">
                    <a16:creationId xmlns:a16="http://schemas.microsoft.com/office/drawing/2014/main" id="{9BD1012E-5F71-7CE9-012D-6712F53497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08" name="그림 5407">
                <a:extLst>
                  <a:ext uri="{FF2B5EF4-FFF2-40B4-BE49-F238E27FC236}">
                    <a16:creationId xmlns:a16="http://schemas.microsoft.com/office/drawing/2014/main" id="{002D072C-57E7-6878-2A8B-E1B8888303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09" name="그림 5408">
                <a:extLst>
                  <a:ext uri="{FF2B5EF4-FFF2-40B4-BE49-F238E27FC236}">
                    <a16:creationId xmlns:a16="http://schemas.microsoft.com/office/drawing/2014/main" id="{F98FFEA4-0D36-5748-0334-C551FB9AED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10" name="그림 5409">
                <a:extLst>
                  <a:ext uri="{FF2B5EF4-FFF2-40B4-BE49-F238E27FC236}">
                    <a16:creationId xmlns:a16="http://schemas.microsoft.com/office/drawing/2014/main" id="{C6FC68B6-C688-ACBC-1C75-16E94BCADD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11" name="그림 5410">
                <a:extLst>
                  <a:ext uri="{FF2B5EF4-FFF2-40B4-BE49-F238E27FC236}">
                    <a16:creationId xmlns:a16="http://schemas.microsoft.com/office/drawing/2014/main" id="{30FD6705-C7FB-C0C6-CDF2-88B3D58D53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12" name="그림 5411">
                <a:extLst>
                  <a:ext uri="{FF2B5EF4-FFF2-40B4-BE49-F238E27FC236}">
                    <a16:creationId xmlns:a16="http://schemas.microsoft.com/office/drawing/2014/main" id="{CEFADC7A-E6B1-FFA4-E7B9-646A98E73D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383" name="TextBox 5382">
              <a:extLst>
                <a:ext uri="{FF2B5EF4-FFF2-40B4-BE49-F238E27FC236}">
                  <a16:creationId xmlns:a16="http://schemas.microsoft.com/office/drawing/2014/main" id="{5050C893-7078-B242-9DA9-F988DC26C126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84" name="TextBox 5383">
              <a:extLst>
                <a:ext uri="{FF2B5EF4-FFF2-40B4-BE49-F238E27FC236}">
                  <a16:creationId xmlns:a16="http://schemas.microsoft.com/office/drawing/2014/main" id="{3BEA44D1-C43B-17DD-A718-BC2C469EEDE6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5" name="TextBox 5384">
              <a:extLst>
                <a:ext uri="{FF2B5EF4-FFF2-40B4-BE49-F238E27FC236}">
                  <a16:creationId xmlns:a16="http://schemas.microsoft.com/office/drawing/2014/main" id="{1EA3900D-08FE-6D30-BDC6-B3E335058ED4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6" name="TextBox 5385">
              <a:extLst>
                <a:ext uri="{FF2B5EF4-FFF2-40B4-BE49-F238E27FC236}">
                  <a16:creationId xmlns:a16="http://schemas.microsoft.com/office/drawing/2014/main" id="{F49AEC70-02EB-3153-5F14-8E0B03C3E660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7" name="TextBox 5386">
              <a:extLst>
                <a:ext uri="{FF2B5EF4-FFF2-40B4-BE49-F238E27FC236}">
                  <a16:creationId xmlns:a16="http://schemas.microsoft.com/office/drawing/2014/main" id="{B1A2E2B3-BE23-30BD-0BAB-3428231C87F6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8" name="TextBox 5387">
              <a:extLst>
                <a:ext uri="{FF2B5EF4-FFF2-40B4-BE49-F238E27FC236}">
                  <a16:creationId xmlns:a16="http://schemas.microsoft.com/office/drawing/2014/main" id="{22B65DEF-EA75-9328-CD4D-B8CD7AF9210C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9" name="TextBox 5388">
              <a:extLst>
                <a:ext uri="{FF2B5EF4-FFF2-40B4-BE49-F238E27FC236}">
                  <a16:creationId xmlns:a16="http://schemas.microsoft.com/office/drawing/2014/main" id="{F55B5573-4672-3D86-13FD-22B82C4CDB45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0" name="TextBox 5389">
              <a:extLst>
                <a:ext uri="{FF2B5EF4-FFF2-40B4-BE49-F238E27FC236}">
                  <a16:creationId xmlns:a16="http://schemas.microsoft.com/office/drawing/2014/main" id="{234BBC0B-6C3C-0630-1BAC-19F3C31F1DF1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1" name="TextBox 5390">
              <a:extLst>
                <a:ext uri="{FF2B5EF4-FFF2-40B4-BE49-F238E27FC236}">
                  <a16:creationId xmlns:a16="http://schemas.microsoft.com/office/drawing/2014/main" id="{D79638C9-3BB5-706E-F70D-42C81941B0B7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2" name="TextBox 5391">
              <a:extLst>
                <a:ext uri="{FF2B5EF4-FFF2-40B4-BE49-F238E27FC236}">
                  <a16:creationId xmlns:a16="http://schemas.microsoft.com/office/drawing/2014/main" id="{E9EDD8B1-84CF-6455-AF0B-95596E90AEB3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3" name="TextBox 5392">
              <a:extLst>
                <a:ext uri="{FF2B5EF4-FFF2-40B4-BE49-F238E27FC236}">
                  <a16:creationId xmlns:a16="http://schemas.microsoft.com/office/drawing/2014/main" id="{A7E3B72A-9AF1-17A7-D246-839F86DE5F5E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4" name="TextBox 5393">
              <a:extLst>
                <a:ext uri="{FF2B5EF4-FFF2-40B4-BE49-F238E27FC236}">
                  <a16:creationId xmlns:a16="http://schemas.microsoft.com/office/drawing/2014/main" id="{26CE7BB3-8E5B-E153-9A4F-8864A54A1E91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5" name="TextBox 5394">
              <a:extLst>
                <a:ext uri="{FF2B5EF4-FFF2-40B4-BE49-F238E27FC236}">
                  <a16:creationId xmlns:a16="http://schemas.microsoft.com/office/drawing/2014/main" id="{CB18A584-5817-F72E-3B54-CD4A9CACA398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396" name="직선 연결선 5395">
              <a:extLst>
                <a:ext uri="{FF2B5EF4-FFF2-40B4-BE49-F238E27FC236}">
                  <a16:creationId xmlns:a16="http://schemas.microsoft.com/office/drawing/2014/main" id="{FF8154EA-F602-EF6F-7C4B-406493E9DADA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7" name="직선 연결선 5396">
              <a:extLst>
                <a:ext uri="{FF2B5EF4-FFF2-40B4-BE49-F238E27FC236}">
                  <a16:creationId xmlns:a16="http://schemas.microsoft.com/office/drawing/2014/main" id="{6628A900-7ED6-87CA-0A91-6C7DD14CC47A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98" name="그래픽 5397" descr="벨소리 단색으로 채워진">
              <a:extLst>
                <a:ext uri="{FF2B5EF4-FFF2-40B4-BE49-F238E27FC236}">
                  <a16:creationId xmlns:a16="http://schemas.microsoft.com/office/drawing/2014/main" id="{30A89B5E-AA1A-7867-9274-0AA49E87A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399" name="직선 연결선 5398">
              <a:extLst>
                <a:ext uri="{FF2B5EF4-FFF2-40B4-BE49-F238E27FC236}">
                  <a16:creationId xmlns:a16="http://schemas.microsoft.com/office/drawing/2014/main" id="{16320308-5C5C-94AC-D3EC-C04F3B8DF4DA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00" name="TextBox 5399">
              <a:extLst>
                <a:ext uri="{FF2B5EF4-FFF2-40B4-BE49-F238E27FC236}">
                  <a16:creationId xmlns:a16="http://schemas.microsoft.com/office/drawing/2014/main" id="{F6BE0FAA-5382-5828-4CD8-7FFAF00EADD0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401" name="그룹 5400">
              <a:extLst>
                <a:ext uri="{FF2B5EF4-FFF2-40B4-BE49-F238E27FC236}">
                  <a16:creationId xmlns:a16="http://schemas.microsoft.com/office/drawing/2014/main" id="{0E45253A-A3F5-1DD2-A431-AAC8846CB495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405" name="그림 5404">
                <a:extLst>
                  <a:ext uri="{FF2B5EF4-FFF2-40B4-BE49-F238E27FC236}">
                    <a16:creationId xmlns:a16="http://schemas.microsoft.com/office/drawing/2014/main" id="{1DE817E9-4E41-8598-929C-7385A595E8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406" name="그림 5405">
                <a:extLst>
                  <a:ext uri="{FF2B5EF4-FFF2-40B4-BE49-F238E27FC236}">
                    <a16:creationId xmlns:a16="http://schemas.microsoft.com/office/drawing/2014/main" id="{D512CFE7-BB29-E629-3421-BB3A869C09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402" name="직사각형 5401">
              <a:extLst>
                <a:ext uri="{FF2B5EF4-FFF2-40B4-BE49-F238E27FC236}">
                  <a16:creationId xmlns:a16="http://schemas.microsoft.com/office/drawing/2014/main" id="{B622F595-C82B-A935-5502-61CE8335ABEF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3" name="TextBox 5402">
              <a:extLst>
                <a:ext uri="{FF2B5EF4-FFF2-40B4-BE49-F238E27FC236}">
                  <a16:creationId xmlns:a16="http://schemas.microsoft.com/office/drawing/2014/main" id="{21B7965D-BDBC-D8F6-6A7D-B3C65EC75BE0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404" name="직사각형 5403">
              <a:extLst>
                <a:ext uri="{FF2B5EF4-FFF2-40B4-BE49-F238E27FC236}">
                  <a16:creationId xmlns:a16="http://schemas.microsoft.com/office/drawing/2014/main" id="{59485EC1-17D8-1BE7-9C22-BE55EC6CFD2C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13" name="그룹 5412">
            <a:extLst>
              <a:ext uri="{FF2B5EF4-FFF2-40B4-BE49-F238E27FC236}">
                <a16:creationId xmlns:a16="http://schemas.microsoft.com/office/drawing/2014/main" id="{B9855843-225A-82FD-C3FB-BE735D0C649B}"/>
              </a:ext>
            </a:extLst>
          </p:cNvPr>
          <p:cNvGrpSpPr/>
          <p:nvPr userDrawn="1"/>
        </p:nvGrpSpPr>
        <p:grpSpPr>
          <a:xfrm>
            <a:off x="2478794" y="2426597"/>
            <a:ext cx="2411573" cy="1462152"/>
            <a:chOff x="64655" y="965016"/>
            <a:chExt cx="2410383" cy="1462152"/>
          </a:xfrm>
        </p:grpSpPr>
        <p:sp>
          <p:nvSpPr>
            <p:cNvPr id="5414" name="사각형: 둥근 모서리 5413">
              <a:extLst>
                <a:ext uri="{FF2B5EF4-FFF2-40B4-BE49-F238E27FC236}">
                  <a16:creationId xmlns:a16="http://schemas.microsoft.com/office/drawing/2014/main" id="{EBE6410C-6EBB-4DA1-6208-71D262A1E3A0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15" name="TextBox 5414">
              <a:extLst>
                <a:ext uri="{FF2B5EF4-FFF2-40B4-BE49-F238E27FC236}">
                  <a16:creationId xmlns:a16="http://schemas.microsoft.com/office/drawing/2014/main" id="{08EBB2A8-BD06-F79E-EEFA-0BA2F9F4D112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04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16" name="TextBox 5415">
              <a:extLst>
                <a:ext uri="{FF2B5EF4-FFF2-40B4-BE49-F238E27FC236}">
                  <a16:creationId xmlns:a16="http://schemas.microsoft.com/office/drawing/2014/main" id="{23DF9469-8805-C4E7-7685-D2737825693E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417" name="직선 연결선 5416">
              <a:extLst>
                <a:ext uri="{FF2B5EF4-FFF2-40B4-BE49-F238E27FC236}">
                  <a16:creationId xmlns:a16="http://schemas.microsoft.com/office/drawing/2014/main" id="{54960321-61CF-2E52-BBF1-910B396B2157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18" name="그룹 5417">
              <a:extLst>
                <a:ext uri="{FF2B5EF4-FFF2-40B4-BE49-F238E27FC236}">
                  <a16:creationId xmlns:a16="http://schemas.microsoft.com/office/drawing/2014/main" id="{9F9751B0-2AE3-8698-0600-E91845417BA8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443" name="그림 5442">
                <a:extLst>
                  <a:ext uri="{FF2B5EF4-FFF2-40B4-BE49-F238E27FC236}">
                    <a16:creationId xmlns:a16="http://schemas.microsoft.com/office/drawing/2014/main" id="{3B03F149-2F0F-2D95-AAB5-6F53F293FA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4" name="그림 5443">
                <a:extLst>
                  <a:ext uri="{FF2B5EF4-FFF2-40B4-BE49-F238E27FC236}">
                    <a16:creationId xmlns:a16="http://schemas.microsoft.com/office/drawing/2014/main" id="{4D6488EA-69DA-462E-9B78-FA887E1B70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5" name="그림 5444">
                <a:extLst>
                  <a:ext uri="{FF2B5EF4-FFF2-40B4-BE49-F238E27FC236}">
                    <a16:creationId xmlns:a16="http://schemas.microsoft.com/office/drawing/2014/main" id="{817D3DCF-F8F5-A907-00FB-A82B73EAA6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6" name="그림 5445">
                <a:extLst>
                  <a:ext uri="{FF2B5EF4-FFF2-40B4-BE49-F238E27FC236}">
                    <a16:creationId xmlns:a16="http://schemas.microsoft.com/office/drawing/2014/main" id="{9EA62D19-1C85-385D-F4E8-359163944A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7" name="그림 5446">
                <a:extLst>
                  <a:ext uri="{FF2B5EF4-FFF2-40B4-BE49-F238E27FC236}">
                    <a16:creationId xmlns:a16="http://schemas.microsoft.com/office/drawing/2014/main" id="{39934DD4-206B-F847-2865-1D25944608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8" name="그림 5447">
                <a:extLst>
                  <a:ext uri="{FF2B5EF4-FFF2-40B4-BE49-F238E27FC236}">
                    <a16:creationId xmlns:a16="http://schemas.microsoft.com/office/drawing/2014/main" id="{2BA8C269-57B5-A2DC-4380-F975E9A1A4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419" name="TextBox 5418">
              <a:extLst>
                <a:ext uri="{FF2B5EF4-FFF2-40B4-BE49-F238E27FC236}">
                  <a16:creationId xmlns:a16="http://schemas.microsoft.com/office/drawing/2014/main" id="{30174275-A04A-C4A0-2A2F-F4744564BFD4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20" name="TextBox 5419">
              <a:extLst>
                <a:ext uri="{FF2B5EF4-FFF2-40B4-BE49-F238E27FC236}">
                  <a16:creationId xmlns:a16="http://schemas.microsoft.com/office/drawing/2014/main" id="{B7519D50-D9B8-C5DF-DF7E-B3A4BBF7F5C9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1" name="TextBox 5420">
              <a:extLst>
                <a:ext uri="{FF2B5EF4-FFF2-40B4-BE49-F238E27FC236}">
                  <a16:creationId xmlns:a16="http://schemas.microsoft.com/office/drawing/2014/main" id="{7976EEC0-8D94-5765-D57D-0DAE24D6D973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2" name="TextBox 5421">
              <a:extLst>
                <a:ext uri="{FF2B5EF4-FFF2-40B4-BE49-F238E27FC236}">
                  <a16:creationId xmlns:a16="http://schemas.microsoft.com/office/drawing/2014/main" id="{2F68ABB4-777B-2C12-9AD3-79DFF0B05962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3" name="TextBox 5422">
              <a:extLst>
                <a:ext uri="{FF2B5EF4-FFF2-40B4-BE49-F238E27FC236}">
                  <a16:creationId xmlns:a16="http://schemas.microsoft.com/office/drawing/2014/main" id="{5698A1BB-16BC-7F9D-B6FF-FF51D9F3BD48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4" name="TextBox 5423">
              <a:extLst>
                <a:ext uri="{FF2B5EF4-FFF2-40B4-BE49-F238E27FC236}">
                  <a16:creationId xmlns:a16="http://schemas.microsoft.com/office/drawing/2014/main" id="{EB033CAC-FB0C-39CF-0DCB-D007D92EDC65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5" name="TextBox 5424">
              <a:extLst>
                <a:ext uri="{FF2B5EF4-FFF2-40B4-BE49-F238E27FC236}">
                  <a16:creationId xmlns:a16="http://schemas.microsoft.com/office/drawing/2014/main" id="{7C02B2C0-A8E5-C9E2-F057-D61A197C10A7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6" name="TextBox 5425">
              <a:extLst>
                <a:ext uri="{FF2B5EF4-FFF2-40B4-BE49-F238E27FC236}">
                  <a16:creationId xmlns:a16="http://schemas.microsoft.com/office/drawing/2014/main" id="{D98D12F9-6C4A-8828-38EF-8C132EA1B4BB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7" name="TextBox 5426">
              <a:extLst>
                <a:ext uri="{FF2B5EF4-FFF2-40B4-BE49-F238E27FC236}">
                  <a16:creationId xmlns:a16="http://schemas.microsoft.com/office/drawing/2014/main" id="{5B3D98F7-6CB2-2FA0-4E6A-78D6224515D3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8" name="TextBox 5427">
              <a:extLst>
                <a:ext uri="{FF2B5EF4-FFF2-40B4-BE49-F238E27FC236}">
                  <a16:creationId xmlns:a16="http://schemas.microsoft.com/office/drawing/2014/main" id="{AE728A74-5711-21C5-027F-765AAD8E372B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9" name="TextBox 5428">
              <a:extLst>
                <a:ext uri="{FF2B5EF4-FFF2-40B4-BE49-F238E27FC236}">
                  <a16:creationId xmlns:a16="http://schemas.microsoft.com/office/drawing/2014/main" id="{B9137ADF-5252-CE6C-9C9A-D11EDA8A328A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30" name="TextBox 5429">
              <a:extLst>
                <a:ext uri="{FF2B5EF4-FFF2-40B4-BE49-F238E27FC236}">
                  <a16:creationId xmlns:a16="http://schemas.microsoft.com/office/drawing/2014/main" id="{450A0024-B9EC-4251-0975-203AA01C6E01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31" name="TextBox 5430">
              <a:extLst>
                <a:ext uri="{FF2B5EF4-FFF2-40B4-BE49-F238E27FC236}">
                  <a16:creationId xmlns:a16="http://schemas.microsoft.com/office/drawing/2014/main" id="{B6D6ACA1-4A6E-0731-A498-9F12AC295D64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432" name="직선 연결선 5431">
              <a:extLst>
                <a:ext uri="{FF2B5EF4-FFF2-40B4-BE49-F238E27FC236}">
                  <a16:creationId xmlns:a16="http://schemas.microsoft.com/office/drawing/2014/main" id="{9887F46A-DEB4-1516-CDD4-5B1D203037F2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3" name="직선 연결선 5432">
              <a:extLst>
                <a:ext uri="{FF2B5EF4-FFF2-40B4-BE49-F238E27FC236}">
                  <a16:creationId xmlns:a16="http://schemas.microsoft.com/office/drawing/2014/main" id="{9843828D-AB77-3F12-475C-11AC5723739E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34" name="그래픽 5433" descr="벨소리 단색으로 채워진">
              <a:extLst>
                <a:ext uri="{FF2B5EF4-FFF2-40B4-BE49-F238E27FC236}">
                  <a16:creationId xmlns:a16="http://schemas.microsoft.com/office/drawing/2014/main" id="{8D3A4087-1109-952C-B71A-0B306A326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435" name="직선 연결선 5434">
              <a:extLst>
                <a:ext uri="{FF2B5EF4-FFF2-40B4-BE49-F238E27FC236}">
                  <a16:creationId xmlns:a16="http://schemas.microsoft.com/office/drawing/2014/main" id="{C427E9B1-D64A-5B51-A11C-3A50F40473CD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36" name="TextBox 5435">
              <a:extLst>
                <a:ext uri="{FF2B5EF4-FFF2-40B4-BE49-F238E27FC236}">
                  <a16:creationId xmlns:a16="http://schemas.microsoft.com/office/drawing/2014/main" id="{A29FEE82-1763-8741-1B19-B90E781B0F12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437" name="그룹 5436">
              <a:extLst>
                <a:ext uri="{FF2B5EF4-FFF2-40B4-BE49-F238E27FC236}">
                  <a16:creationId xmlns:a16="http://schemas.microsoft.com/office/drawing/2014/main" id="{30142FD9-08FD-3E36-474E-D8D93625FBB5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441" name="그림 5440">
                <a:extLst>
                  <a:ext uri="{FF2B5EF4-FFF2-40B4-BE49-F238E27FC236}">
                    <a16:creationId xmlns:a16="http://schemas.microsoft.com/office/drawing/2014/main" id="{4E408599-6F70-2F6B-74E7-9B4A91247F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442" name="그림 5441">
                <a:extLst>
                  <a:ext uri="{FF2B5EF4-FFF2-40B4-BE49-F238E27FC236}">
                    <a16:creationId xmlns:a16="http://schemas.microsoft.com/office/drawing/2014/main" id="{6B17F798-19CD-12E7-9A67-74270C8863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438" name="직사각형 5437">
              <a:extLst>
                <a:ext uri="{FF2B5EF4-FFF2-40B4-BE49-F238E27FC236}">
                  <a16:creationId xmlns:a16="http://schemas.microsoft.com/office/drawing/2014/main" id="{2985644A-5607-DBD4-24D8-8685E2160D93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9" name="TextBox 5438">
              <a:extLst>
                <a:ext uri="{FF2B5EF4-FFF2-40B4-BE49-F238E27FC236}">
                  <a16:creationId xmlns:a16="http://schemas.microsoft.com/office/drawing/2014/main" id="{E190E6CE-F9D6-D6D0-4D30-EE6F49DAAD74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440" name="직사각형 5439">
              <a:extLst>
                <a:ext uri="{FF2B5EF4-FFF2-40B4-BE49-F238E27FC236}">
                  <a16:creationId xmlns:a16="http://schemas.microsoft.com/office/drawing/2014/main" id="{B18E7489-0197-D770-50CF-68B9826BC002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49" name="그룹 5448">
            <a:extLst>
              <a:ext uri="{FF2B5EF4-FFF2-40B4-BE49-F238E27FC236}">
                <a16:creationId xmlns:a16="http://schemas.microsoft.com/office/drawing/2014/main" id="{87EA706F-AAA9-8A53-02DE-C60266E6C8E8}"/>
              </a:ext>
            </a:extLst>
          </p:cNvPr>
          <p:cNvGrpSpPr/>
          <p:nvPr userDrawn="1"/>
        </p:nvGrpSpPr>
        <p:grpSpPr>
          <a:xfrm>
            <a:off x="4890552" y="2426597"/>
            <a:ext cx="2411573" cy="1462152"/>
            <a:chOff x="64655" y="965016"/>
            <a:chExt cx="2410383" cy="1462152"/>
          </a:xfrm>
        </p:grpSpPr>
        <p:sp>
          <p:nvSpPr>
            <p:cNvPr id="5450" name="사각형: 둥근 모서리 5449">
              <a:extLst>
                <a:ext uri="{FF2B5EF4-FFF2-40B4-BE49-F238E27FC236}">
                  <a16:creationId xmlns:a16="http://schemas.microsoft.com/office/drawing/2014/main" id="{45014DFB-681B-F4F2-C6A5-813E2BF1593C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51" name="TextBox 5450">
              <a:extLst>
                <a:ext uri="{FF2B5EF4-FFF2-40B4-BE49-F238E27FC236}">
                  <a16:creationId xmlns:a16="http://schemas.microsoft.com/office/drawing/2014/main" id="{9A65997F-7FFC-C166-07E9-E44FB473BC7A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06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52" name="TextBox 5451">
              <a:extLst>
                <a:ext uri="{FF2B5EF4-FFF2-40B4-BE49-F238E27FC236}">
                  <a16:creationId xmlns:a16="http://schemas.microsoft.com/office/drawing/2014/main" id="{25DE9679-F657-1A50-E0EF-88985B5DDA0B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453" name="직선 연결선 5452">
              <a:extLst>
                <a:ext uri="{FF2B5EF4-FFF2-40B4-BE49-F238E27FC236}">
                  <a16:creationId xmlns:a16="http://schemas.microsoft.com/office/drawing/2014/main" id="{E34A4103-D769-7BBE-CCF1-3EED740BF81A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54" name="그룹 5453">
              <a:extLst>
                <a:ext uri="{FF2B5EF4-FFF2-40B4-BE49-F238E27FC236}">
                  <a16:creationId xmlns:a16="http://schemas.microsoft.com/office/drawing/2014/main" id="{8B7FD6CA-C752-DC46-41F8-50CB063AEA78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479" name="그림 5478">
                <a:extLst>
                  <a:ext uri="{FF2B5EF4-FFF2-40B4-BE49-F238E27FC236}">
                    <a16:creationId xmlns:a16="http://schemas.microsoft.com/office/drawing/2014/main" id="{7CF70782-DF15-D537-6856-B60422771E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0" name="그림 5479">
                <a:extLst>
                  <a:ext uri="{FF2B5EF4-FFF2-40B4-BE49-F238E27FC236}">
                    <a16:creationId xmlns:a16="http://schemas.microsoft.com/office/drawing/2014/main" id="{2E306D14-2369-DAAB-4636-88E7B32E47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1" name="그림 5480">
                <a:extLst>
                  <a:ext uri="{FF2B5EF4-FFF2-40B4-BE49-F238E27FC236}">
                    <a16:creationId xmlns:a16="http://schemas.microsoft.com/office/drawing/2014/main" id="{7D4B1202-FCF6-EF3D-8B69-086DF795C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2" name="그림 5481">
                <a:extLst>
                  <a:ext uri="{FF2B5EF4-FFF2-40B4-BE49-F238E27FC236}">
                    <a16:creationId xmlns:a16="http://schemas.microsoft.com/office/drawing/2014/main" id="{DC4E05CB-1D5E-940F-FB82-49950DF1B8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3" name="그림 5482">
                <a:extLst>
                  <a:ext uri="{FF2B5EF4-FFF2-40B4-BE49-F238E27FC236}">
                    <a16:creationId xmlns:a16="http://schemas.microsoft.com/office/drawing/2014/main" id="{16E0FCEB-9DDB-7135-1CB8-2F55A4978C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4" name="그림 5483">
                <a:extLst>
                  <a:ext uri="{FF2B5EF4-FFF2-40B4-BE49-F238E27FC236}">
                    <a16:creationId xmlns:a16="http://schemas.microsoft.com/office/drawing/2014/main" id="{D54279F3-43E1-A1DF-4120-B9D8B3562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455" name="TextBox 5454">
              <a:extLst>
                <a:ext uri="{FF2B5EF4-FFF2-40B4-BE49-F238E27FC236}">
                  <a16:creationId xmlns:a16="http://schemas.microsoft.com/office/drawing/2014/main" id="{5BABFD4E-5F91-3380-612E-DC8E5AD27733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56" name="TextBox 5455">
              <a:extLst>
                <a:ext uri="{FF2B5EF4-FFF2-40B4-BE49-F238E27FC236}">
                  <a16:creationId xmlns:a16="http://schemas.microsoft.com/office/drawing/2014/main" id="{1204658C-9D33-A000-23B9-569B1CF1B402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57" name="TextBox 5456">
              <a:extLst>
                <a:ext uri="{FF2B5EF4-FFF2-40B4-BE49-F238E27FC236}">
                  <a16:creationId xmlns:a16="http://schemas.microsoft.com/office/drawing/2014/main" id="{7B626DDB-84D1-BB61-4E67-3B135A0E0668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58" name="TextBox 5457">
              <a:extLst>
                <a:ext uri="{FF2B5EF4-FFF2-40B4-BE49-F238E27FC236}">
                  <a16:creationId xmlns:a16="http://schemas.microsoft.com/office/drawing/2014/main" id="{B6038C9D-B95E-E409-77DB-20DF30CD54FF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59" name="TextBox 5458">
              <a:extLst>
                <a:ext uri="{FF2B5EF4-FFF2-40B4-BE49-F238E27FC236}">
                  <a16:creationId xmlns:a16="http://schemas.microsoft.com/office/drawing/2014/main" id="{A16D93F3-24F4-3C9D-5C45-36162054E59A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0" name="TextBox 5459">
              <a:extLst>
                <a:ext uri="{FF2B5EF4-FFF2-40B4-BE49-F238E27FC236}">
                  <a16:creationId xmlns:a16="http://schemas.microsoft.com/office/drawing/2014/main" id="{863EA6BC-4AAE-C4C7-8D6E-6FDD7C00B941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1" name="TextBox 5460">
              <a:extLst>
                <a:ext uri="{FF2B5EF4-FFF2-40B4-BE49-F238E27FC236}">
                  <a16:creationId xmlns:a16="http://schemas.microsoft.com/office/drawing/2014/main" id="{C1684BA3-25EA-AFD0-AC1E-BEC136DE193B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2" name="TextBox 5461">
              <a:extLst>
                <a:ext uri="{FF2B5EF4-FFF2-40B4-BE49-F238E27FC236}">
                  <a16:creationId xmlns:a16="http://schemas.microsoft.com/office/drawing/2014/main" id="{7248FD39-8E89-9CB4-EDDB-4E3681D35095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3" name="TextBox 5462">
              <a:extLst>
                <a:ext uri="{FF2B5EF4-FFF2-40B4-BE49-F238E27FC236}">
                  <a16:creationId xmlns:a16="http://schemas.microsoft.com/office/drawing/2014/main" id="{A5B13279-4020-47A8-ADEE-64CDDCCED143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4" name="TextBox 5463">
              <a:extLst>
                <a:ext uri="{FF2B5EF4-FFF2-40B4-BE49-F238E27FC236}">
                  <a16:creationId xmlns:a16="http://schemas.microsoft.com/office/drawing/2014/main" id="{6A1AF3F3-990D-170A-D7AC-DB8402F03431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5" name="TextBox 5464">
              <a:extLst>
                <a:ext uri="{FF2B5EF4-FFF2-40B4-BE49-F238E27FC236}">
                  <a16:creationId xmlns:a16="http://schemas.microsoft.com/office/drawing/2014/main" id="{5544460E-A9FE-4E55-292A-AD4246DA511D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6" name="TextBox 5465">
              <a:extLst>
                <a:ext uri="{FF2B5EF4-FFF2-40B4-BE49-F238E27FC236}">
                  <a16:creationId xmlns:a16="http://schemas.microsoft.com/office/drawing/2014/main" id="{84D3C3ED-33D0-5A39-8FF4-67E62F4EFC42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7" name="TextBox 5466">
              <a:extLst>
                <a:ext uri="{FF2B5EF4-FFF2-40B4-BE49-F238E27FC236}">
                  <a16:creationId xmlns:a16="http://schemas.microsoft.com/office/drawing/2014/main" id="{67E36544-69EA-706A-F061-B284421C1110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468" name="직선 연결선 5467">
              <a:extLst>
                <a:ext uri="{FF2B5EF4-FFF2-40B4-BE49-F238E27FC236}">
                  <a16:creationId xmlns:a16="http://schemas.microsoft.com/office/drawing/2014/main" id="{1A5016F5-9D7A-2EB0-E6FD-99908CB2775F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9" name="직선 연결선 5468">
              <a:extLst>
                <a:ext uri="{FF2B5EF4-FFF2-40B4-BE49-F238E27FC236}">
                  <a16:creationId xmlns:a16="http://schemas.microsoft.com/office/drawing/2014/main" id="{7D99E34A-B27B-7122-51E5-89C65B8AEDE0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70" name="그래픽 5469" descr="벨소리 단색으로 채워진">
              <a:extLst>
                <a:ext uri="{FF2B5EF4-FFF2-40B4-BE49-F238E27FC236}">
                  <a16:creationId xmlns:a16="http://schemas.microsoft.com/office/drawing/2014/main" id="{DB88784F-24E6-B415-A49A-6FC208470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471" name="직선 연결선 5470">
              <a:extLst>
                <a:ext uri="{FF2B5EF4-FFF2-40B4-BE49-F238E27FC236}">
                  <a16:creationId xmlns:a16="http://schemas.microsoft.com/office/drawing/2014/main" id="{8BFD471E-914A-576A-DDDF-5BC04E31B962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72" name="TextBox 5471">
              <a:extLst>
                <a:ext uri="{FF2B5EF4-FFF2-40B4-BE49-F238E27FC236}">
                  <a16:creationId xmlns:a16="http://schemas.microsoft.com/office/drawing/2014/main" id="{4A1DA151-3DE4-48C4-A74E-09FDA64F3080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473" name="그룹 5472">
              <a:extLst>
                <a:ext uri="{FF2B5EF4-FFF2-40B4-BE49-F238E27FC236}">
                  <a16:creationId xmlns:a16="http://schemas.microsoft.com/office/drawing/2014/main" id="{8084758E-6770-8290-4420-2BB210A2FB89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477" name="그림 5476">
                <a:extLst>
                  <a:ext uri="{FF2B5EF4-FFF2-40B4-BE49-F238E27FC236}">
                    <a16:creationId xmlns:a16="http://schemas.microsoft.com/office/drawing/2014/main" id="{7DB0460B-2AA3-C889-B83B-1BC7FA10D7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478" name="그림 5477">
                <a:extLst>
                  <a:ext uri="{FF2B5EF4-FFF2-40B4-BE49-F238E27FC236}">
                    <a16:creationId xmlns:a16="http://schemas.microsoft.com/office/drawing/2014/main" id="{A2D16825-F823-0881-C59B-23171AB091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474" name="직사각형 5473">
              <a:extLst>
                <a:ext uri="{FF2B5EF4-FFF2-40B4-BE49-F238E27FC236}">
                  <a16:creationId xmlns:a16="http://schemas.microsoft.com/office/drawing/2014/main" id="{C9A90D81-2F62-D721-5DDC-72F54F762A0F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5" name="TextBox 5474">
              <a:extLst>
                <a:ext uri="{FF2B5EF4-FFF2-40B4-BE49-F238E27FC236}">
                  <a16:creationId xmlns:a16="http://schemas.microsoft.com/office/drawing/2014/main" id="{A2621AAC-2C8D-E812-CF6F-B333E7A8F95C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476" name="직사각형 5475">
              <a:extLst>
                <a:ext uri="{FF2B5EF4-FFF2-40B4-BE49-F238E27FC236}">
                  <a16:creationId xmlns:a16="http://schemas.microsoft.com/office/drawing/2014/main" id="{E1B71564-A003-CBB0-18D0-FAB6F2A6440B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85" name="그룹 5484">
            <a:extLst>
              <a:ext uri="{FF2B5EF4-FFF2-40B4-BE49-F238E27FC236}">
                <a16:creationId xmlns:a16="http://schemas.microsoft.com/office/drawing/2014/main" id="{128635C9-ED24-9070-6E04-77C71C5AF1D8}"/>
              </a:ext>
            </a:extLst>
          </p:cNvPr>
          <p:cNvGrpSpPr/>
          <p:nvPr userDrawn="1"/>
        </p:nvGrpSpPr>
        <p:grpSpPr>
          <a:xfrm>
            <a:off x="7302823" y="2426597"/>
            <a:ext cx="2411573" cy="1462152"/>
            <a:chOff x="64655" y="965016"/>
            <a:chExt cx="2410383" cy="1462152"/>
          </a:xfrm>
        </p:grpSpPr>
        <p:sp>
          <p:nvSpPr>
            <p:cNvPr id="5486" name="사각형: 둥근 모서리 5485">
              <a:extLst>
                <a:ext uri="{FF2B5EF4-FFF2-40B4-BE49-F238E27FC236}">
                  <a16:creationId xmlns:a16="http://schemas.microsoft.com/office/drawing/2014/main" id="{4ED56D03-441E-3416-5719-E414E5C95DA9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87" name="TextBox 5486">
              <a:extLst>
                <a:ext uri="{FF2B5EF4-FFF2-40B4-BE49-F238E27FC236}">
                  <a16:creationId xmlns:a16="http://schemas.microsoft.com/office/drawing/2014/main" id="{4BC052DB-5CE6-8B0E-273E-BE0E855C1668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08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88" name="TextBox 5487">
              <a:extLst>
                <a:ext uri="{FF2B5EF4-FFF2-40B4-BE49-F238E27FC236}">
                  <a16:creationId xmlns:a16="http://schemas.microsoft.com/office/drawing/2014/main" id="{DF820EDF-BE59-D78C-A4ED-0287343B0186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489" name="직선 연결선 5488">
              <a:extLst>
                <a:ext uri="{FF2B5EF4-FFF2-40B4-BE49-F238E27FC236}">
                  <a16:creationId xmlns:a16="http://schemas.microsoft.com/office/drawing/2014/main" id="{7B3927B8-BDC1-359B-3B64-25239254E62E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90" name="그룹 5489">
              <a:extLst>
                <a:ext uri="{FF2B5EF4-FFF2-40B4-BE49-F238E27FC236}">
                  <a16:creationId xmlns:a16="http://schemas.microsoft.com/office/drawing/2014/main" id="{A38E1E53-5E02-D1EB-4E9A-0F426FFBCF1A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515" name="그림 5514">
                <a:extLst>
                  <a:ext uri="{FF2B5EF4-FFF2-40B4-BE49-F238E27FC236}">
                    <a16:creationId xmlns:a16="http://schemas.microsoft.com/office/drawing/2014/main" id="{16F3C8F7-FAD4-C3F0-2C3A-CC464E8964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16" name="그림 5515">
                <a:extLst>
                  <a:ext uri="{FF2B5EF4-FFF2-40B4-BE49-F238E27FC236}">
                    <a16:creationId xmlns:a16="http://schemas.microsoft.com/office/drawing/2014/main" id="{3C75A86B-540D-4C17-CEFB-D4C311A1F9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17" name="그림 5516">
                <a:extLst>
                  <a:ext uri="{FF2B5EF4-FFF2-40B4-BE49-F238E27FC236}">
                    <a16:creationId xmlns:a16="http://schemas.microsoft.com/office/drawing/2014/main" id="{1EEAA9EE-935E-ACEE-405D-1B459B3B28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18" name="그림 5517">
                <a:extLst>
                  <a:ext uri="{FF2B5EF4-FFF2-40B4-BE49-F238E27FC236}">
                    <a16:creationId xmlns:a16="http://schemas.microsoft.com/office/drawing/2014/main" id="{C7B0F92F-5523-472B-6088-F30E2C78FA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19" name="그림 5518">
                <a:extLst>
                  <a:ext uri="{FF2B5EF4-FFF2-40B4-BE49-F238E27FC236}">
                    <a16:creationId xmlns:a16="http://schemas.microsoft.com/office/drawing/2014/main" id="{FD946A5C-B3D3-AE36-C367-998BB9E349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20" name="그림 5519">
                <a:extLst>
                  <a:ext uri="{FF2B5EF4-FFF2-40B4-BE49-F238E27FC236}">
                    <a16:creationId xmlns:a16="http://schemas.microsoft.com/office/drawing/2014/main" id="{FD804794-3760-7754-70D9-C242B93F9A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491" name="TextBox 5490">
              <a:extLst>
                <a:ext uri="{FF2B5EF4-FFF2-40B4-BE49-F238E27FC236}">
                  <a16:creationId xmlns:a16="http://schemas.microsoft.com/office/drawing/2014/main" id="{E3436D58-4621-E655-1644-C4EE5DD2C7A9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92" name="TextBox 5491">
              <a:extLst>
                <a:ext uri="{FF2B5EF4-FFF2-40B4-BE49-F238E27FC236}">
                  <a16:creationId xmlns:a16="http://schemas.microsoft.com/office/drawing/2014/main" id="{19A6F235-E112-4B72-844A-D2B2A2FA8A6B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3" name="TextBox 5492">
              <a:extLst>
                <a:ext uri="{FF2B5EF4-FFF2-40B4-BE49-F238E27FC236}">
                  <a16:creationId xmlns:a16="http://schemas.microsoft.com/office/drawing/2014/main" id="{CFB082B4-02F3-EE34-CEF7-0E501111F94B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4" name="TextBox 5493">
              <a:extLst>
                <a:ext uri="{FF2B5EF4-FFF2-40B4-BE49-F238E27FC236}">
                  <a16:creationId xmlns:a16="http://schemas.microsoft.com/office/drawing/2014/main" id="{67092EF7-E66E-B26B-05F0-0C578B368390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5" name="TextBox 5494">
              <a:extLst>
                <a:ext uri="{FF2B5EF4-FFF2-40B4-BE49-F238E27FC236}">
                  <a16:creationId xmlns:a16="http://schemas.microsoft.com/office/drawing/2014/main" id="{3ED21C79-2C71-1F8A-58EB-5A2DCD85AF8D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6" name="TextBox 5495">
              <a:extLst>
                <a:ext uri="{FF2B5EF4-FFF2-40B4-BE49-F238E27FC236}">
                  <a16:creationId xmlns:a16="http://schemas.microsoft.com/office/drawing/2014/main" id="{63EE4871-C344-BF53-F0A2-C862AC7F49E3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7" name="TextBox 5496">
              <a:extLst>
                <a:ext uri="{FF2B5EF4-FFF2-40B4-BE49-F238E27FC236}">
                  <a16:creationId xmlns:a16="http://schemas.microsoft.com/office/drawing/2014/main" id="{1F144C4C-682B-3F89-8BCA-3BA428995636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8" name="TextBox 5497">
              <a:extLst>
                <a:ext uri="{FF2B5EF4-FFF2-40B4-BE49-F238E27FC236}">
                  <a16:creationId xmlns:a16="http://schemas.microsoft.com/office/drawing/2014/main" id="{105706F7-1663-66C2-F502-35873C452349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9" name="TextBox 5498">
              <a:extLst>
                <a:ext uri="{FF2B5EF4-FFF2-40B4-BE49-F238E27FC236}">
                  <a16:creationId xmlns:a16="http://schemas.microsoft.com/office/drawing/2014/main" id="{45D53D10-8F29-7A21-DFF4-775FC9FFC226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500" name="TextBox 5499">
              <a:extLst>
                <a:ext uri="{FF2B5EF4-FFF2-40B4-BE49-F238E27FC236}">
                  <a16:creationId xmlns:a16="http://schemas.microsoft.com/office/drawing/2014/main" id="{803678FB-46EE-CE37-C8A7-B4F6CF67395B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501" name="TextBox 5500">
              <a:extLst>
                <a:ext uri="{FF2B5EF4-FFF2-40B4-BE49-F238E27FC236}">
                  <a16:creationId xmlns:a16="http://schemas.microsoft.com/office/drawing/2014/main" id="{61CBF265-5611-DBF1-C965-896D024B8BC5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502" name="TextBox 5501">
              <a:extLst>
                <a:ext uri="{FF2B5EF4-FFF2-40B4-BE49-F238E27FC236}">
                  <a16:creationId xmlns:a16="http://schemas.microsoft.com/office/drawing/2014/main" id="{EA37BCF5-0B78-5A49-22B1-2A0032D03747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503" name="TextBox 5502">
              <a:extLst>
                <a:ext uri="{FF2B5EF4-FFF2-40B4-BE49-F238E27FC236}">
                  <a16:creationId xmlns:a16="http://schemas.microsoft.com/office/drawing/2014/main" id="{76B6382F-7428-6EDE-4AB3-ABC915A6F5F8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504" name="직선 연결선 5503">
              <a:extLst>
                <a:ext uri="{FF2B5EF4-FFF2-40B4-BE49-F238E27FC236}">
                  <a16:creationId xmlns:a16="http://schemas.microsoft.com/office/drawing/2014/main" id="{FF500956-3BAB-5488-47E7-FF873076F822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5" name="직선 연결선 5504">
              <a:extLst>
                <a:ext uri="{FF2B5EF4-FFF2-40B4-BE49-F238E27FC236}">
                  <a16:creationId xmlns:a16="http://schemas.microsoft.com/office/drawing/2014/main" id="{B4CD8C06-6EAB-DADF-307E-978236CD82B7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06" name="그래픽 5505" descr="벨소리 단색으로 채워진">
              <a:extLst>
                <a:ext uri="{FF2B5EF4-FFF2-40B4-BE49-F238E27FC236}">
                  <a16:creationId xmlns:a16="http://schemas.microsoft.com/office/drawing/2014/main" id="{2FD25208-C9DA-9DE0-1BDE-A9A0C84BE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507" name="직선 연결선 5506">
              <a:extLst>
                <a:ext uri="{FF2B5EF4-FFF2-40B4-BE49-F238E27FC236}">
                  <a16:creationId xmlns:a16="http://schemas.microsoft.com/office/drawing/2014/main" id="{7234187F-3588-FBA1-828D-1254BB7D63D2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08" name="TextBox 5507">
              <a:extLst>
                <a:ext uri="{FF2B5EF4-FFF2-40B4-BE49-F238E27FC236}">
                  <a16:creationId xmlns:a16="http://schemas.microsoft.com/office/drawing/2014/main" id="{CF993F64-AA35-852E-4064-64FBA2ECBCC6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509" name="그룹 5508">
              <a:extLst>
                <a:ext uri="{FF2B5EF4-FFF2-40B4-BE49-F238E27FC236}">
                  <a16:creationId xmlns:a16="http://schemas.microsoft.com/office/drawing/2014/main" id="{CB8FCEFC-08E7-0702-97BC-93FABE3B93AC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513" name="그림 5512">
                <a:extLst>
                  <a:ext uri="{FF2B5EF4-FFF2-40B4-BE49-F238E27FC236}">
                    <a16:creationId xmlns:a16="http://schemas.microsoft.com/office/drawing/2014/main" id="{42169D31-10D6-EE78-AF5B-7B5114E608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514" name="그림 5513">
                <a:extLst>
                  <a:ext uri="{FF2B5EF4-FFF2-40B4-BE49-F238E27FC236}">
                    <a16:creationId xmlns:a16="http://schemas.microsoft.com/office/drawing/2014/main" id="{53257F6C-07C6-595A-6FC2-1FBC38514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510" name="직사각형 5509">
              <a:extLst>
                <a:ext uri="{FF2B5EF4-FFF2-40B4-BE49-F238E27FC236}">
                  <a16:creationId xmlns:a16="http://schemas.microsoft.com/office/drawing/2014/main" id="{40DEB9D2-F44C-C959-C1D4-A9D8E9CC4FF4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1" name="TextBox 5510">
              <a:extLst>
                <a:ext uri="{FF2B5EF4-FFF2-40B4-BE49-F238E27FC236}">
                  <a16:creationId xmlns:a16="http://schemas.microsoft.com/office/drawing/2014/main" id="{2EDB1FE8-0C33-8D32-57CA-27A9ACE8FA0A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512" name="직사각형 5511">
              <a:extLst>
                <a:ext uri="{FF2B5EF4-FFF2-40B4-BE49-F238E27FC236}">
                  <a16:creationId xmlns:a16="http://schemas.microsoft.com/office/drawing/2014/main" id="{577B0B5B-FB1B-DF9D-09FA-0AF43155AD85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25" name="직사각형 5524">
            <a:extLst>
              <a:ext uri="{FF2B5EF4-FFF2-40B4-BE49-F238E27FC236}">
                <a16:creationId xmlns:a16="http://schemas.microsoft.com/office/drawing/2014/main" id="{B6154313-810D-63DE-6D7D-81CB0A8D8A68}"/>
              </a:ext>
            </a:extLst>
          </p:cNvPr>
          <p:cNvSpPr/>
          <p:nvPr userDrawn="1"/>
        </p:nvSpPr>
        <p:spPr>
          <a:xfrm>
            <a:off x="64655" y="3889374"/>
            <a:ext cx="9649742" cy="17859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BEDFD7-FD59-9AC7-5EA5-364EDF845D1C}"/>
              </a:ext>
            </a:extLst>
          </p:cNvPr>
          <p:cNvSpPr txBox="1"/>
          <p:nvPr userDrawn="1"/>
        </p:nvSpPr>
        <p:spPr>
          <a:xfrm>
            <a:off x="8456961" y="808294"/>
            <a:ext cx="120263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2025-05-09 PM 3:52:19</a:t>
            </a:r>
            <a:endParaRPr lang="ko-KR" altLang="en-US" sz="6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64E858A-34CE-2936-2B04-2BFE23317985}"/>
              </a:ext>
            </a:extLst>
          </p:cNvPr>
          <p:cNvCxnSpPr/>
          <p:nvPr userDrawn="1"/>
        </p:nvCxnSpPr>
        <p:spPr>
          <a:xfrm>
            <a:off x="221538" y="573748"/>
            <a:ext cx="11846501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12">
            <a:extLst>
              <a:ext uri="{FF2B5EF4-FFF2-40B4-BE49-F238E27FC236}">
                <a16:creationId xmlns:a16="http://schemas.microsoft.com/office/drawing/2014/main" id="{C43187C7-8274-AD75-AE09-8972D42AF9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6154" y="363241"/>
            <a:ext cx="5538462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경로</a:t>
            </a:r>
          </a:p>
        </p:txBody>
      </p:sp>
      <p:sp>
        <p:nvSpPr>
          <p:cNvPr id="5" name="텍스트 개체 틀 12">
            <a:extLst>
              <a:ext uri="{FF2B5EF4-FFF2-40B4-BE49-F238E27FC236}">
                <a16:creationId xmlns:a16="http://schemas.microsoft.com/office/drawing/2014/main" id="{8656F77B-4544-0F1F-EB67-DBA33B2D84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78826" y="95823"/>
            <a:ext cx="1417846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화면</a:t>
            </a:r>
            <a:r>
              <a:rPr lang="en-US" altLang="ko-KR"/>
              <a:t>ID</a:t>
            </a:r>
            <a:endParaRPr lang="ko-KR" altLang="en-US"/>
          </a:p>
        </p:txBody>
      </p:sp>
      <p:sp>
        <p:nvSpPr>
          <p:cNvPr id="6" name="텍스트 개체 틀 12">
            <a:extLst>
              <a:ext uri="{FF2B5EF4-FFF2-40B4-BE49-F238E27FC236}">
                <a16:creationId xmlns:a16="http://schemas.microsoft.com/office/drawing/2014/main" id="{55D07CA2-DFFB-CEF5-A636-2A61CBED496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9344" y="95823"/>
            <a:ext cx="1284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fr-FR" altLang="ko-KR"/>
              <a:t>P / PU / LPU / MPU / BS</a:t>
            </a:r>
            <a:endParaRPr lang="ko-KR" altLang="en-US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2C903ACC-4ECE-0027-C05B-2AC371236F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8388" y="363241"/>
            <a:ext cx="1993846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요구사항</a:t>
            </a:r>
            <a:r>
              <a:rPr lang="en-US" altLang="ko-KR"/>
              <a:t>ID</a:t>
            </a:r>
            <a:endParaRPr lang="ko-KR" altLang="en-US"/>
          </a:p>
        </p:txBody>
      </p:sp>
      <p:sp>
        <p:nvSpPr>
          <p:cNvPr id="8" name="텍스트 개체 틀 12">
            <a:extLst>
              <a:ext uri="{FF2B5EF4-FFF2-40B4-BE49-F238E27FC236}">
                <a16:creationId xmlns:a16="http://schemas.microsoft.com/office/drawing/2014/main" id="{0A7D663C-9555-E127-2ECC-8EFDF0B7BA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73414" y="95823"/>
            <a:ext cx="708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작성자</a:t>
            </a:r>
            <a:endParaRPr lang="en-US" altLang="ko-KR"/>
          </a:p>
        </p:txBody>
      </p:sp>
      <p:sp>
        <p:nvSpPr>
          <p:cNvPr id="9" name="텍스트 개체 틀 12">
            <a:extLst>
              <a:ext uri="{FF2B5EF4-FFF2-40B4-BE49-F238E27FC236}">
                <a16:creationId xmlns:a16="http://schemas.microsoft.com/office/drawing/2014/main" id="{565CD2FC-3907-2142-9B44-73DC650211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73414" y="363239"/>
            <a:ext cx="708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수정일자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96A6F5A8-454D-1F99-3117-671205B82D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154" y="95822"/>
            <a:ext cx="2880000" cy="151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50000"/>
              </a:lnSpc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/>
              <a:t>화면명</a:t>
            </a:r>
          </a:p>
        </p:txBody>
      </p:sp>
      <p:sp>
        <p:nvSpPr>
          <p:cNvPr id="11" name="텍스트 개체 틀 12">
            <a:extLst>
              <a:ext uri="{FF2B5EF4-FFF2-40B4-BE49-F238E27FC236}">
                <a16:creationId xmlns:a16="http://schemas.microsoft.com/office/drawing/2014/main" id="{77DDEC71-826A-BEAE-D623-E16A144BFD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34073" y="95823"/>
            <a:ext cx="886154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ko-KR"/>
              <a:t>W / N / NA / NI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5A7015-6E60-2ED9-01EE-07DE68604161}"/>
              </a:ext>
            </a:extLst>
          </p:cNvPr>
          <p:cNvSpPr txBox="1"/>
          <p:nvPr userDrawn="1"/>
        </p:nvSpPr>
        <p:spPr>
          <a:xfrm>
            <a:off x="9784389" y="756001"/>
            <a:ext cx="62837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900" b="1" dirty="0">
                <a:latin typeface="+mj-ea"/>
                <a:ea typeface="+mj-ea"/>
              </a:rPr>
              <a:t>Description</a:t>
            </a:r>
            <a:endParaRPr lang="ko-KR" altLang="en-US" sz="900" b="1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D467251-8027-A024-748F-5EE567AE7B9B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 flipH="1">
            <a:off x="8625956" y="784502"/>
            <a:ext cx="146265" cy="14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78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d Set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 userDrawn="1"/>
        </p:nvSpPr>
        <p:spPr>
          <a:xfrm>
            <a:off x="0" y="2"/>
            <a:ext cx="12192000" cy="685799"/>
          </a:xfrm>
          <a:prstGeom prst="rect">
            <a:avLst/>
          </a:prstGeom>
          <a:solidFill>
            <a:srgbClr val="384F5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30" spc="-80" baseline="0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221539" y="132721"/>
            <a:ext cx="368691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kern="12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n-ea"/>
                <a:cs typeface="+mn-cs"/>
              </a:rPr>
              <a:t>SCREEN</a:t>
            </a:r>
            <a:endParaRPr lang="ko-KR" altLang="en-US" sz="800" kern="12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221539" y="391513"/>
            <a:ext cx="50334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LOCATION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3810118" y="132721"/>
            <a:ext cx="506549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SCREEN ID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6103865" y="132721"/>
            <a:ext cx="36067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UI TYPE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6484077" y="391513"/>
            <a:ext cx="82875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REQUIREMENT</a:t>
            </a:r>
            <a:r>
              <a:rPr lang="en-US" altLang="ko-KR" sz="800" baseline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ID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1" name="직선 연결선 50"/>
          <p:cNvCxnSpPr/>
          <p:nvPr userDrawn="1"/>
        </p:nvCxnSpPr>
        <p:spPr>
          <a:xfrm>
            <a:off x="221539" y="297703"/>
            <a:ext cx="9348923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 userDrawn="1"/>
        </p:nvSpPr>
        <p:spPr>
          <a:xfrm>
            <a:off x="9654847" y="132721"/>
            <a:ext cx="357470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WRITER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2" name="TextBox 61"/>
          <p:cNvSpPr txBox="1"/>
          <p:nvPr userDrawn="1"/>
        </p:nvSpPr>
        <p:spPr>
          <a:xfrm>
            <a:off x="9654847" y="391513"/>
            <a:ext cx="37991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UPDATE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B6D1B6-0D1C-6C41-A7BC-AA09CFF79D65}"/>
              </a:ext>
            </a:extLst>
          </p:cNvPr>
          <p:cNvSpPr txBox="1"/>
          <p:nvPr userDrawn="1"/>
        </p:nvSpPr>
        <p:spPr>
          <a:xfrm>
            <a:off x="11861387" y="110569"/>
            <a:ext cx="141385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fld id="{87713E07-D50B-4BFF-A920-8C83D5B82E89}" type="slidenum">
              <a:rPr lang="ko-KR" altLang="en-US" sz="1000" b="1" spc="-70" smtClean="0">
                <a:ln>
                  <a:solidFill>
                    <a:prstClr val="black">
                      <a:alpha val="0"/>
                    </a:prstClr>
                  </a:solidFill>
                </a:ln>
                <a:latin typeface="+mj-ea"/>
                <a:ea typeface="+mj-ea"/>
              </a:rPr>
              <a:t>‹#›</a:t>
            </a:fld>
            <a:endParaRPr lang="ko-KR" altLang="en-US" sz="1000" b="1" spc="-70" dirty="0">
              <a:ln>
                <a:solidFill>
                  <a:prstClr val="black">
                    <a:alpha val="0"/>
                  </a:prstClr>
                </a:solidFill>
              </a:ln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8004064" y="132721"/>
            <a:ext cx="476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DEV. TYPE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BFB5DF5-88A6-4486-EDD9-189ECE918A86}"/>
              </a:ext>
            </a:extLst>
          </p:cNvPr>
          <p:cNvSpPr/>
          <p:nvPr userDrawn="1"/>
        </p:nvSpPr>
        <p:spPr>
          <a:xfrm>
            <a:off x="64655" y="745553"/>
            <a:ext cx="9649742" cy="605982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650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42" name="그래픽 141" descr="닫기 윤곽선">
            <a:extLst>
              <a:ext uri="{FF2B5EF4-FFF2-40B4-BE49-F238E27FC236}">
                <a16:creationId xmlns:a16="http://schemas.microsoft.com/office/drawing/2014/main" id="{70B6AC62-E6E2-F908-195D-FC518CFF40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3710" y="3932254"/>
            <a:ext cx="92835" cy="92835"/>
          </a:xfrm>
          <a:prstGeom prst="rect">
            <a:avLst/>
          </a:prstGeom>
        </p:spPr>
      </p:pic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C775A40B-6F8F-E72F-60FC-49055A43B291}"/>
              </a:ext>
            </a:extLst>
          </p:cNvPr>
          <p:cNvSpPr/>
          <p:nvPr userDrawn="1"/>
        </p:nvSpPr>
        <p:spPr>
          <a:xfrm>
            <a:off x="64655" y="745553"/>
            <a:ext cx="9649742" cy="605982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650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pSp>
        <p:nvGrpSpPr>
          <p:cNvPr id="5216" name="그룹 5215">
            <a:extLst>
              <a:ext uri="{FF2B5EF4-FFF2-40B4-BE49-F238E27FC236}">
                <a16:creationId xmlns:a16="http://schemas.microsoft.com/office/drawing/2014/main" id="{C5E3287D-D145-41A8-155F-115AE0D56DF0}"/>
              </a:ext>
            </a:extLst>
          </p:cNvPr>
          <p:cNvGrpSpPr/>
          <p:nvPr userDrawn="1"/>
        </p:nvGrpSpPr>
        <p:grpSpPr>
          <a:xfrm>
            <a:off x="1257609" y="777859"/>
            <a:ext cx="314860" cy="154851"/>
            <a:chOff x="2916496" y="777859"/>
            <a:chExt cx="314860" cy="154851"/>
          </a:xfrm>
        </p:grpSpPr>
        <p:sp>
          <p:nvSpPr>
            <p:cNvPr id="5217" name="사각형: 둥근 모서리 5216">
              <a:extLst>
                <a:ext uri="{FF2B5EF4-FFF2-40B4-BE49-F238E27FC236}">
                  <a16:creationId xmlns:a16="http://schemas.microsoft.com/office/drawing/2014/main" id="{7C643443-157A-EBD6-21EE-A7AF9EFA15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916496" y="777859"/>
              <a:ext cx="314860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18" name="TextBox 5217">
              <a:extLst>
                <a:ext uri="{FF2B5EF4-FFF2-40B4-BE49-F238E27FC236}">
                  <a16:creationId xmlns:a16="http://schemas.microsoft.com/office/drawing/2014/main" id="{6C121830-4949-49E5-0669-EB180F12D8D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35815" y="801423"/>
              <a:ext cx="27622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spc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Setup</a:t>
              </a:r>
              <a:endParaRPr lang="ko-KR" altLang="en-US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5219" name="그림 5218">
            <a:extLst>
              <a:ext uri="{FF2B5EF4-FFF2-40B4-BE49-F238E27FC236}">
                <a16:creationId xmlns:a16="http://schemas.microsoft.com/office/drawing/2014/main" id="{5E9790CC-E6CB-DF47-2D91-145CC60972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102" y="809942"/>
            <a:ext cx="986195" cy="90685"/>
          </a:xfrm>
          <a:prstGeom prst="rect">
            <a:avLst/>
          </a:prstGeom>
        </p:spPr>
      </p:pic>
      <p:grpSp>
        <p:nvGrpSpPr>
          <p:cNvPr id="5220" name="그룹 5219">
            <a:extLst>
              <a:ext uri="{FF2B5EF4-FFF2-40B4-BE49-F238E27FC236}">
                <a16:creationId xmlns:a16="http://schemas.microsoft.com/office/drawing/2014/main" id="{406575C9-5688-907C-C43C-991C653460A7}"/>
              </a:ext>
            </a:extLst>
          </p:cNvPr>
          <p:cNvGrpSpPr/>
          <p:nvPr userDrawn="1"/>
        </p:nvGrpSpPr>
        <p:grpSpPr>
          <a:xfrm>
            <a:off x="1610856" y="777859"/>
            <a:ext cx="871200" cy="154851"/>
            <a:chOff x="3398696" y="777859"/>
            <a:chExt cx="871200" cy="154851"/>
          </a:xfrm>
        </p:grpSpPr>
        <p:sp>
          <p:nvSpPr>
            <p:cNvPr id="5221" name="사각형: 둥근 모서리 5220">
              <a:extLst>
                <a:ext uri="{FF2B5EF4-FFF2-40B4-BE49-F238E27FC236}">
                  <a16:creationId xmlns:a16="http://schemas.microsoft.com/office/drawing/2014/main" id="{730C817C-85C0-E8A4-C04B-60863461BE51}"/>
                </a:ext>
              </a:extLst>
            </p:cNvPr>
            <p:cNvSpPr>
              <a:spLocks/>
            </p:cNvSpPr>
            <p:nvPr userDrawn="1"/>
          </p:nvSpPr>
          <p:spPr>
            <a:xfrm>
              <a:off x="3398696" y="777859"/>
              <a:ext cx="871200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pic>
          <p:nvPicPr>
            <p:cNvPr id="5222" name="그래픽 5221" descr="벨소리 단색으로 채워진">
              <a:extLst>
                <a:ext uri="{FF2B5EF4-FFF2-40B4-BE49-F238E27FC236}">
                  <a16:creationId xmlns:a16="http://schemas.microsoft.com/office/drawing/2014/main" id="{77B5E9AB-6798-AC3F-A8CF-11A5835F065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431701" y="796178"/>
              <a:ext cx="118212" cy="118212"/>
            </a:xfrm>
            <a:prstGeom prst="rect">
              <a:avLst/>
            </a:prstGeom>
          </p:spPr>
        </p:pic>
        <p:cxnSp>
          <p:nvCxnSpPr>
            <p:cNvPr id="5223" name="직선 연결선 5222">
              <a:extLst>
                <a:ext uri="{FF2B5EF4-FFF2-40B4-BE49-F238E27FC236}">
                  <a16:creationId xmlns:a16="http://schemas.microsoft.com/office/drawing/2014/main" id="{32B80D70-0DF9-C309-32EF-2D2821AB3E56}"/>
                </a:ext>
              </a:extLst>
            </p:cNvPr>
            <p:cNvCxnSpPr/>
            <p:nvPr userDrawn="1"/>
          </p:nvCxnSpPr>
          <p:spPr>
            <a:xfrm>
              <a:off x="3580071" y="801309"/>
              <a:ext cx="0" cy="10795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24" name="TextBox 5223">
              <a:extLst>
                <a:ext uri="{FF2B5EF4-FFF2-40B4-BE49-F238E27FC236}">
                  <a16:creationId xmlns:a16="http://schemas.microsoft.com/office/drawing/2014/main" id="{E77E86DA-07E9-B511-2D42-F358B2DFB5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626082" y="801423"/>
              <a:ext cx="30298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ON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225" name="이등변 삼각형 5224">
              <a:extLst>
                <a:ext uri="{FF2B5EF4-FFF2-40B4-BE49-F238E27FC236}">
                  <a16:creationId xmlns:a16="http://schemas.microsoft.com/office/drawing/2014/main" id="{516B9DFC-0E85-746F-A673-3893B3F4B472}"/>
                </a:ext>
              </a:extLst>
            </p:cNvPr>
            <p:cNvSpPr/>
            <p:nvPr userDrawn="1"/>
          </p:nvSpPr>
          <p:spPr>
            <a:xfrm rot="10800000">
              <a:off x="4141064" y="834503"/>
              <a:ext cx="63578" cy="4156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26" name="TextBox 5225">
              <a:extLst>
                <a:ext uri="{FF2B5EF4-FFF2-40B4-BE49-F238E27FC236}">
                  <a16:creationId xmlns:a16="http://schemas.microsoft.com/office/drawing/2014/main" id="{BBA04725-0271-607F-90E8-E46F71A76FA1}"/>
                </a:ext>
              </a:extLst>
            </p:cNvPr>
            <p:cNvSpPr txBox="1">
              <a:spLocks/>
            </p:cNvSpPr>
            <p:nvPr userDrawn="1"/>
          </p:nvSpPr>
          <p:spPr>
            <a:xfrm rot="5400000">
              <a:off x="4146981" y="801425"/>
              <a:ext cx="9048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&gt;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5227" name="그룹 5226">
            <a:extLst>
              <a:ext uri="{FF2B5EF4-FFF2-40B4-BE49-F238E27FC236}">
                <a16:creationId xmlns:a16="http://schemas.microsoft.com/office/drawing/2014/main" id="{ADAB5BD0-26FC-46E6-3901-F711A591B3DE}"/>
              </a:ext>
            </a:extLst>
          </p:cNvPr>
          <p:cNvGrpSpPr/>
          <p:nvPr userDrawn="1"/>
        </p:nvGrpSpPr>
        <p:grpSpPr>
          <a:xfrm>
            <a:off x="2520443" y="777859"/>
            <a:ext cx="872688" cy="154851"/>
            <a:chOff x="4315061" y="777859"/>
            <a:chExt cx="872688" cy="154851"/>
          </a:xfrm>
        </p:grpSpPr>
        <p:sp>
          <p:nvSpPr>
            <p:cNvPr id="5228" name="사각형: 둥근 모서리 5227">
              <a:extLst>
                <a:ext uri="{FF2B5EF4-FFF2-40B4-BE49-F238E27FC236}">
                  <a16:creationId xmlns:a16="http://schemas.microsoft.com/office/drawing/2014/main" id="{80E08A2F-B5AF-FD5D-8846-54E1A4354139}"/>
                </a:ext>
              </a:extLst>
            </p:cNvPr>
            <p:cNvSpPr>
              <a:spLocks/>
            </p:cNvSpPr>
            <p:nvPr/>
          </p:nvSpPr>
          <p:spPr>
            <a:xfrm>
              <a:off x="4315061" y="777859"/>
              <a:ext cx="872688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29" name="TextBox 5228">
              <a:extLst>
                <a:ext uri="{FF2B5EF4-FFF2-40B4-BE49-F238E27FC236}">
                  <a16:creationId xmlns:a16="http://schemas.microsoft.com/office/drawing/2014/main" id="{2B747E97-0FDF-C77A-59C6-0860C9175C40}"/>
                </a:ext>
              </a:extLst>
            </p:cNvPr>
            <p:cNvSpPr txBox="1">
              <a:spLocks/>
            </p:cNvSpPr>
            <p:nvPr/>
          </p:nvSpPr>
          <p:spPr>
            <a:xfrm>
              <a:off x="4372123" y="801423"/>
              <a:ext cx="67037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ko-KR" altLang="en-US" sz="700" spc="-30" baseline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중환자실</a:t>
              </a:r>
            </a:p>
          </p:txBody>
        </p:sp>
        <p:sp>
          <p:nvSpPr>
            <p:cNvPr id="5230" name="이등변 삼각형 5229">
              <a:extLst>
                <a:ext uri="{FF2B5EF4-FFF2-40B4-BE49-F238E27FC236}">
                  <a16:creationId xmlns:a16="http://schemas.microsoft.com/office/drawing/2014/main" id="{6B76F243-F12B-1617-69CE-E1135EED1252}"/>
                </a:ext>
              </a:extLst>
            </p:cNvPr>
            <p:cNvSpPr/>
            <p:nvPr/>
          </p:nvSpPr>
          <p:spPr>
            <a:xfrm rot="10800000">
              <a:off x="5073361" y="834503"/>
              <a:ext cx="63578" cy="4156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>
                    <a:alpha val="40000"/>
                  </a:schemeClr>
                </a:solidFill>
              </a:endParaRPr>
            </a:p>
          </p:txBody>
        </p:sp>
        <p:sp>
          <p:nvSpPr>
            <p:cNvPr id="5231" name="TextBox 5230">
              <a:extLst>
                <a:ext uri="{FF2B5EF4-FFF2-40B4-BE49-F238E27FC236}">
                  <a16:creationId xmlns:a16="http://schemas.microsoft.com/office/drawing/2014/main" id="{41C339F1-2B08-41D8-7770-34DEA7275135}"/>
                </a:ext>
              </a:extLst>
            </p:cNvPr>
            <p:cNvSpPr txBox="1">
              <a:spLocks/>
            </p:cNvSpPr>
            <p:nvPr userDrawn="1"/>
          </p:nvSpPr>
          <p:spPr>
            <a:xfrm rot="5400000">
              <a:off x="5064835" y="801424"/>
              <a:ext cx="9048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&gt;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sp>
        <p:nvSpPr>
          <p:cNvPr id="5232" name="직사각형 5231">
            <a:extLst>
              <a:ext uri="{FF2B5EF4-FFF2-40B4-BE49-F238E27FC236}">
                <a16:creationId xmlns:a16="http://schemas.microsoft.com/office/drawing/2014/main" id="{C64CDFB4-B75F-3745-EED4-E25C65C1886B}"/>
              </a:ext>
            </a:extLst>
          </p:cNvPr>
          <p:cNvSpPr/>
          <p:nvPr userDrawn="1"/>
        </p:nvSpPr>
        <p:spPr>
          <a:xfrm>
            <a:off x="64655" y="745368"/>
            <a:ext cx="9649742" cy="219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233" name="그룹 5232">
            <a:extLst>
              <a:ext uri="{FF2B5EF4-FFF2-40B4-BE49-F238E27FC236}">
                <a16:creationId xmlns:a16="http://schemas.microsoft.com/office/drawing/2014/main" id="{F1E9D80A-9008-2B00-0D73-0773D2F3652A}"/>
              </a:ext>
            </a:extLst>
          </p:cNvPr>
          <p:cNvGrpSpPr/>
          <p:nvPr userDrawn="1"/>
        </p:nvGrpSpPr>
        <p:grpSpPr>
          <a:xfrm>
            <a:off x="64655" y="965016"/>
            <a:ext cx="2411573" cy="1462152"/>
            <a:chOff x="64655" y="965016"/>
            <a:chExt cx="2410383" cy="1462152"/>
          </a:xfrm>
        </p:grpSpPr>
        <p:sp>
          <p:nvSpPr>
            <p:cNvPr id="5234" name="사각형: 둥근 모서리 5233">
              <a:extLst>
                <a:ext uri="{FF2B5EF4-FFF2-40B4-BE49-F238E27FC236}">
                  <a16:creationId xmlns:a16="http://schemas.microsoft.com/office/drawing/2014/main" id="{8B639436-E247-ADB4-070F-A9F89A20C459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35" name="TextBox 5234">
              <a:extLst>
                <a:ext uri="{FF2B5EF4-FFF2-40B4-BE49-F238E27FC236}">
                  <a16:creationId xmlns:a16="http://schemas.microsoft.com/office/drawing/2014/main" id="{1BC897A7-C06A-6D66-BF1F-2A0A90E5C3A3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01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236" name="TextBox 5235">
              <a:extLst>
                <a:ext uri="{FF2B5EF4-FFF2-40B4-BE49-F238E27FC236}">
                  <a16:creationId xmlns:a16="http://schemas.microsoft.com/office/drawing/2014/main" id="{514F425E-D35B-2784-F777-77C7E9C390A5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237" name="직선 연결선 5236">
              <a:extLst>
                <a:ext uri="{FF2B5EF4-FFF2-40B4-BE49-F238E27FC236}">
                  <a16:creationId xmlns:a16="http://schemas.microsoft.com/office/drawing/2014/main" id="{68AD32CC-F694-D545-C47D-E97B8F95CA51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38" name="그룹 5237">
              <a:extLst>
                <a:ext uri="{FF2B5EF4-FFF2-40B4-BE49-F238E27FC236}">
                  <a16:creationId xmlns:a16="http://schemas.microsoft.com/office/drawing/2014/main" id="{2F7E3FA9-AB19-D943-77A2-718816822EE8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263" name="그림 5262">
                <a:extLst>
                  <a:ext uri="{FF2B5EF4-FFF2-40B4-BE49-F238E27FC236}">
                    <a16:creationId xmlns:a16="http://schemas.microsoft.com/office/drawing/2014/main" id="{EBADF872-8D80-6940-EBF6-793C2D60C1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4" name="그림 5263">
                <a:extLst>
                  <a:ext uri="{FF2B5EF4-FFF2-40B4-BE49-F238E27FC236}">
                    <a16:creationId xmlns:a16="http://schemas.microsoft.com/office/drawing/2014/main" id="{6E099647-593F-D7DA-5EDF-6ECEC0C725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5" name="그림 5264">
                <a:extLst>
                  <a:ext uri="{FF2B5EF4-FFF2-40B4-BE49-F238E27FC236}">
                    <a16:creationId xmlns:a16="http://schemas.microsoft.com/office/drawing/2014/main" id="{5943AC77-C580-33BF-7477-52C80E9149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6" name="그림 5265">
                <a:extLst>
                  <a:ext uri="{FF2B5EF4-FFF2-40B4-BE49-F238E27FC236}">
                    <a16:creationId xmlns:a16="http://schemas.microsoft.com/office/drawing/2014/main" id="{BE5C4600-9927-482F-8FB2-B0A33DA678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7" name="그림 5266">
                <a:extLst>
                  <a:ext uri="{FF2B5EF4-FFF2-40B4-BE49-F238E27FC236}">
                    <a16:creationId xmlns:a16="http://schemas.microsoft.com/office/drawing/2014/main" id="{BEF47BBE-0732-EBDB-EF96-525CA523A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8" name="그림 5267">
                <a:extLst>
                  <a:ext uri="{FF2B5EF4-FFF2-40B4-BE49-F238E27FC236}">
                    <a16:creationId xmlns:a16="http://schemas.microsoft.com/office/drawing/2014/main" id="{5AB37718-728F-EB17-1CA0-EA1A39EEBE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239" name="TextBox 5238">
              <a:extLst>
                <a:ext uri="{FF2B5EF4-FFF2-40B4-BE49-F238E27FC236}">
                  <a16:creationId xmlns:a16="http://schemas.microsoft.com/office/drawing/2014/main" id="{388AE2F3-6E38-6BF2-DA66-5166358E10E9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240" name="TextBox 5239">
              <a:extLst>
                <a:ext uri="{FF2B5EF4-FFF2-40B4-BE49-F238E27FC236}">
                  <a16:creationId xmlns:a16="http://schemas.microsoft.com/office/drawing/2014/main" id="{9115D6ED-C89A-CF8C-521B-4231B284086A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1" name="TextBox 5240">
              <a:extLst>
                <a:ext uri="{FF2B5EF4-FFF2-40B4-BE49-F238E27FC236}">
                  <a16:creationId xmlns:a16="http://schemas.microsoft.com/office/drawing/2014/main" id="{8CD2D51B-34B4-DEB2-68C3-8990811789CF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2" name="TextBox 5241">
              <a:extLst>
                <a:ext uri="{FF2B5EF4-FFF2-40B4-BE49-F238E27FC236}">
                  <a16:creationId xmlns:a16="http://schemas.microsoft.com/office/drawing/2014/main" id="{2A509CBE-2327-36C7-6FB6-CEC10E2430D1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3" name="TextBox 5242">
              <a:extLst>
                <a:ext uri="{FF2B5EF4-FFF2-40B4-BE49-F238E27FC236}">
                  <a16:creationId xmlns:a16="http://schemas.microsoft.com/office/drawing/2014/main" id="{81DFA2C7-DB5F-BC4F-BDE6-1D97DC205040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4" name="TextBox 5243">
              <a:extLst>
                <a:ext uri="{FF2B5EF4-FFF2-40B4-BE49-F238E27FC236}">
                  <a16:creationId xmlns:a16="http://schemas.microsoft.com/office/drawing/2014/main" id="{58D01DFC-0E67-CBF2-C10E-1644F575B779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5" name="TextBox 5244">
              <a:extLst>
                <a:ext uri="{FF2B5EF4-FFF2-40B4-BE49-F238E27FC236}">
                  <a16:creationId xmlns:a16="http://schemas.microsoft.com/office/drawing/2014/main" id="{AD23AC42-E765-CA9E-8A70-28C994BFDC09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6" name="TextBox 5245">
              <a:extLst>
                <a:ext uri="{FF2B5EF4-FFF2-40B4-BE49-F238E27FC236}">
                  <a16:creationId xmlns:a16="http://schemas.microsoft.com/office/drawing/2014/main" id="{242AA253-E14A-2478-57EB-03D4B02D9578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7" name="TextBox 5246">
              <a:extLst>
                <a:ext uri="{FF2B5EF4-FFF2-40B4-BE49-F238E27FC236}">
                  <a16:creationId xmlns:a16="http://schemas.microsoft.com/office/drawing/2014/main" id="{B3E8C919-4A5B-5529-0A13-A1F3EDB050DC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8" name="TextBox 5247">
              <a:extLst>
                <a:ext uri="{FF2B5EF4-FFF2-40B4-BE49-F238E27FC236}">
                  <a16:creationId xmlns:a16="http://schemas.microsoft.com/office/drawing/2014/main" id="{E071BCD8-0AB9-E2F1-693E-14073AF9C875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9" name="TextBox 5248">
              <a:extLst>
                <a:ext uri="{FF2B5EF4-FFF2-40B4-BE49-F238E27FC236}">
                  <a16:creationId xmlns:a16="http://schemas.microsoft.com/office/drawing/2014/main" id="{6D542E74-AD0A-E7FB-E3CC-18C8DC12FF02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50" name="TextBox 5249">
              <a:extLst>
                <a:ext uri="{FF2B5EF4-FFF2-40B4-BE49-F238E27FC236}">
                  <a16:creationId xmlns:a16="http://schemas.microsoft.com/office/drawing/2014/main" id="{1F2069B3-DC1E-7AA2-944D-E9DE96B67F68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51" name="TextBox 5250">
              <a:extLst>
                <a:ext uri="{FF2B5EF4-FFF2-40B4-BE49-F238E27FC236}">
                  <a16:creationId xmlns:a16="http://schemas.microsoft.com/office/drawing/2014/main" id="{359BFE1C-88DA-F657-DA66-B4D2B925175F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252" name="직선 연결선 5251">
              <a:extLst>
                <a:ext uri="{FF2B5EF4-FFF2-40B4-BE49-F238E27FC236}">
                  <a16:creationId xmlns:a16="http://schemas.microsoft.com/office/drawing/2014/main" id="{830517A3-DE86-FA1C-6DEC-30B1ADF3F4CD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3" name="직선 연결선 5252">
              <a:extLst>
                <a:ext uri="{FF2B5EF4-FFF2-40B4-BE49-F238E27FC236}">
                  <a16:creationId xmlns:a16="http://schemas.microsoft.com/office/drawing/2014/main" id="{81562B30-3990-A3B9-5D55-7D448FFC2A15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54" name="그래픽 5253" descr="벨소리 단색으로 채워진">
              <a:extLst>
                <a:ext uri="{FF2B5EF4-FFF2-40B4-BE49-F238E27FC236}">
                  <a16:creationId xmlns:a16="http://schemas.microsoft.com/office/drawing/2014/main" id="{EB7582A6-469E-AEF9-548D-B3E51412C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255" name="직선 연결선 5254">
              <a:extLst>
                <a:ext uri="{FF2B5EF4-FFF2-40B4-BE49-F238E27FC236}">
                  <a16:creationId xmlns:a16="http://schemas.microsoft.com/office/drawing/2014/main" id="{5791E9D4-8BCC-5F31-BD98-FFB3039009F4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56" name="TextBox 5255">
              <a:extLst>
                <a:ext uri="{FF2B5EF4-FFF2-40B4-BE49-F238E27FC236}">
                  <a16:creationId xmlns:a16="http://schemas.microsoft.com/office/drawing/2014/main" id="{A2B4113A-35C7-0A97-41B8-07AAF84C6D8A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257" name="그룹 5256">
              <a:extLst>
                <a:ext uri="{FF2B5EF4-FFF2-40B4-BE49-F238E27FC236}">
                  <a16:creationId xmlns:a16="http://schemas.microsoft.com/office/drawing/2014/main" id="{0885D056-7330-C681-F3F3-2FE8F019FCD6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261" name="그림 5260">
                <a:extLst>
                  <a:ext uri="{FF2B5EF4-FFF2-40B4-BE49-F238E27FC236}">
                    <a16:creationId xmlns:a16="http://schemas.microsoft.com/office/drawing/2014/main" id="{1DD36368-6910-9682-43EA-2269B2A0DB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262" name="그림 5261">
                <a:extLst>
                  <a:ext uri="{FF2B5EF4-FFF2-40B4-BE49-F238E27FC236}">
                    <a16:creationId xmlns:a16="http://schemas.microsoft.com/office/drawing/2014/main" id="{250F6883-D326-05D3-AE7D-16721CD83F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258" name="직사각형 5257">
              <a:extLst>
                <a:ext uri="{FF2B5EF4-FFF2-40B4-BE49-F238E27FC236}">
                  <a16:creationId xmlns:a16="http://schemas.microsoft.com/office/drawing/2014/main" id="{40C945B8-0C54-DB02-7F4A-A82286570067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59" name="TextBox 5258">
              <a:extLst>
                <a:ext uri="{FF2B5EF4-FFF2-40B4-BE49-F238E27FC236}">
                  <a16:creationId xmlns:a16="http://schemas.microsoft.com/office/drawing/2014/main" id="{2D53AC8E-BDE8-DA76-F46C-2132805EF76B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260" name="직사각형 5259">
              <a:extLst>
                <a:ext uri="{FF2B5EF4-FFF2-40B4-BE49-F238E27FC236}">
                  <a16:creationId xmlns:a16="http://schemas.microsoft.com/office/drawing/2014/main" id="{87FC87A7-7AB1-9A23-D586-DE5BC9D6EBCA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269" name="그룹 5268">
            <a:extLst>
              <a:ext uri="{FF2B5EF4-FFF2-40B4-BE49-F238E27FC236}">
                <a16:creationId xmlns:a16="http://schemas.microsoft.com/office/drawing/2014/main" id="{09FDB698-BF4E-5098-078A-6C61A6662B1A}"/>
              </a:ext>
            </a:extLst>
          </p:cNvPr>
          <p:cNvGrpSpPr/>
          <p:nvPr userDrawn="1"/>
        </p:nvGrpSpPr>
        <p:grpSpPr>
          <a:xfrm>
            <a:off x="2478794" y="965016"/>
            <a:ext cx="2411573" cy="1462152"/>
            <a:chOff x="64655" y="965016"/>
            <a:chExt cx="2410383" cy="1462152"/>
          </a:xfrm>
        </p:grpSpPr>
        <p:sp>
          <p:nvSpPr>
            <p:cNvPr id="5270" name="사각형: 둥근 모서리 5269">
              <a:extLst>
                <a:ext uri="{FF2B5EF4-FFF2-40B4-BE49-F238E27FC236}">
                  <a16:creationId xmlns:a16="http://schemas.microsoft.com/office/drawing/2014/main" id="{0C5AC295-2879-2C63-92C7-D9BF020A7931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71" name="TextBox 5270">
              <a:extLst>
                <a:ext uri="{FF2B5EF4-FFF2-40B4-BE49-F238E27FC236}">
                  <a16:creationId xmlns:a16="http://schemas.microsoft.com/office/drawing/2014/main" id="{BA20034D-ED18-C210-769D-3A70C436D23D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03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272" name="TextBox 5271">
              <a:extLst>
                <a:ext uri="{FF2B5EF4-FFF2-40B4-BE49-F238E27FC236}">
                  <a16:creationId xmlns:a16="http://schemas.microsoft.com/office/drawing/2014/main" id="{5BE93361-D440-26EC-B538-A19A7EB28EA0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273" name="직선 연결선 5272">
              <a:extLst>
                <a:ext uri="{FF2B5EF4-FFF2-40B4-BE49-F238E27FC236}">
                  <a16:creationId xmlns:a16="http://schemas.microsoft.com/office/drawing/2014/main" id="{D05EEA5C-A9E7-1424-9B8A-6C4AAF78058C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74" name="그룹 5273">
              <a:extLst>
                <a:ext uri="{FF2B5EF4-FFF2-40B4-BE49-F238E27FC236}">
                  <a16:creationId xmlns:a16="http://schemas.microsoft.com/office/drawing/2014/main" id="{D88515C2-7E31-BA70-95E4-9514F25B6447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299" name="그림 5298">
                <a:extLst>
                  <a:ext uri="{FF2B5EF4-FFF2-40B4-BE49-F238E27FC236}">
                    <a16:creationId xmlns:a16="http://schemas.microsoft.com/office/drawing/2014/main" id="{397CB3A2-2D38-5641-562A-F00B17724D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0" name="그림 5299">
                <a:extLst>
                  <a:ext uri="{FF2B5EF4-FFF2-40B4-BE49-F238E27FC236}">
                    <a16:creationId xmlns:a16="http://schemas.microsoft.com/office/drawing/2014/main" id="{FE71E142-57FC-04E0-77A9-7BBB84A70C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1" name="그림 5300">
                <a:extLst>
                  <a:ext uri="{FF2B5EF4-FFF2-40B4-BE49-F238E27FC236}">
                    <a16:creationId xmlns:a16="http://schemas.microsoft.com/office/drawing/2014/main" id="{E3DE7514-31D9-0EDA-5085-274FCD8AEA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2" name="그림 5301">
                <a:extLst>
                  <a:ext uri="{FF2B5EF4-FFF2-40B4-BE49-F238E27FC236}">
                    <a16:creationId xmlns:a16="http://schemas.microsoft.com/office/drawing/2014/main" id="{6F84FEE1-C37E-1A3E-AC7C-6D16382A14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3" name="그림 5302">
                <a:extLst>
                  <a:ext uri="{FF2B5EF4-FFF2-40B4-BE49-F238E27FC236}">
                    <a16:creationId xmlns:a16="http://schemas.microsoft.com/office/drawing/2014/main" id="{12B43AA9-B99A-A0FA-550B-F3DDCE73B4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4" name="그림 5303">
                <a:extLst>
                  <a:ext uri="{FF2B5EF4-FFF2-40B4-BE49-F238E27FC236}">
                    <a16:creationId xmlns:a16="http://schemas.microsoft.com/office/drawing/2014/main" id="{DDDBC1CF-7591-1A28-3B04-736C0559FC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275" name="TextBox 5274">
              <a:extLst>
                <a:ext uri="{FF2B5EF4-FFF2-40B4-BE49-F238E27FC236}">
                  <a16:creationId xmlns:a16="http://schemas.microsoft.com/office/drawing/2014/main" id="{90E40ABD-B8B2-D7DE-BCB5-1662D858EBF5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276" name="TextBox 5275">
              <a:extLst>
                <a:ext uri="{FF2B5EF4-FFF2-40B4-BE49-F238E27FC236}">
                  <a16:creationId xmlns:a16="http://schemas.microsoft.com/office/drawing/2014/main" id="{874942EC-348F-310A-C52D-7A8CAD0A3E5E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77" name="TextBox 5276">
              <a:extLst>
                <a:ext uri="{FF2B5EF4-FFF2-40B4-BE49-F238E27FC236}">
                  <a16:creationId xmlns:a16="http://schemas.microsoft.com/office/drawing/2014/main" id="{3262D8BD-E43D-A96E-9C93-3E81F16F024D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78" name="TextBox 5277">
              <a:extLst>
                <a:ext uri="{FF2B5EF4-FFF2-40B4-BE49-F238E27FC236}">
                  <a16:creationId xmlns:a16="http://schemas.microsoft.com/office/drawing/2014/main" id="{D073A2E6-A6CE-A3A4-9E06-0A0220B3D403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79" name="TextBox 5278">
              <a:extLst>
                <a:ext uri="{FF2B5EF4-FFF2-40B4-BE49-F238E27FC236}">
                  <a16:creationId xmlns:a16="http://schemas.microsoft.com/office/drawing/2014/main" id="{67B897E7-96C5-AAD9-E275-AC3C11D22D2F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0" name="TextBox 5279">
              <a:extLst>
                <a:ext uri="{FF2B5EF4-FFF2-40B4-BE49-F238E27FC236}">
                  <a16:creationId xmlns:a16="http://schemas.microsoft.com/office/drawing/2014/main" id="{58191D1E-CC22-1006-5D6E-53AB8EE1E40B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1" name="TextBox 5280">
              <a:extLst>
                <a:ext uri="{FF2B5EF4-FFF2-40B4-BE49-F238E27FC236}">
                  <a16:creationId xmlns:a16="http://schemas.microsoft.com/office/drawing/2014/main" id="{9E6BB08F-AE3E-D124-1B0C-1BE15DCF5C8B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2" name="TextBox 5281">
              <a:extLst>
                <a:ext uri="{FF2B5EF4-FFF2-40B4-BE49-F238E27FC236}">
                  <a16:creationId xmlns:a16="http://schemas.microsoft.com/office/drawing/2014/main" id="{129F7813-DA43-3DF5-9F64-2E817B8F06C9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3" name="TextBox 5282">
              <a:extLst>
                <a:ext uri="{FF2B5EF4-FFF2-40B4-BE49-F238E27FC236}">
                  <a16:creationId xmlns:a16="http://schemas.microsoft.com/office/drawing/2014/main" id="{3203A889-0F4D-92B8-2DC1-F101D001F254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4" name="TextBox 5283">
              <a:extLst>
                <a:ext uri="{FF2B5EF4-FFF2-40B4-BE49-F238E27FC236}">
                  <a16:creationId xmlns:a16="http://schemas.microsoft.com/office/drawing/2014/main" id="{B9990D69-B2B5-F1C2-93E5-B461F72E983A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5" name="TextBox 5284">
              <a:extLst>
                <a:ext uri="{FF2B5EF4-FFF2-40B4-BE49-F238E27FC236}">
                  <a16:creationId xmlns:a16="http://schemas.microsoft.com/office/drawing/2014/main" id="{ABEFFF4B-E7B3-1A5B-31DE-FA5924E97DE4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6" name="TextBox 5285">
              <a:extLst>
                <a:ext uri="{FF2B5EF4-FFF2-40B4-BE49-F238E27FC236}">
                  <a16:creationId xmlns:a16="http://schemas.microsoft.com/office/drawing/2014/main" id="{A815881E-D914-F1DB-2C4D-E3D439B53099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7" name="TextBox 5286">
              <a:extLst>
                <a:ext uri="{FF2B5EF4-FFF2-40B4-BE49-F238E27FC236}">
                  <a16:creationId xmlns:a16="http://schemas.microsoft.com/office/drawing/2014/main" id="{A3C4AC62-91B7-4A27-0790-0A443E925BE9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288" name="직선 연결선 5287">
              <a:extLst>
                <a:ext uri="{FF2B5EF4-FFF2-40B4-BE49-F238E27FC236}">
                  <a16:creationId xmlns:a16="http://schemas.microsoft.com/office/drawing/2014/main" id="{8438ADF6-F4CF-7353-6B3A-9B3C69F1B558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9" name="직선 연결선 5288">
              <a:extLst>
                <a:ext uri="{FF2B5EF4-FFF2-40B4-BE49-F238E27FC236}">
                  <a16:creationId xmlns:a16="http://schemas.microsoft.com/office/drawing/2014/main" id="{DA7827E7-43D5-5926-6106-3790567F12C2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90" name="그래픽 5289" descr="벨소리 단색으로 채워진">
              <a:extLst>
                <a:ext uri="{FF2B5EF4-FFF2-40B4-BE49-F238E27FC236}">
                  <a16:creationId xmlns:a16="http://schemas.microsoft.com/office/drawing/2014/main" id="{00BE0C5E-E631-CFC3-ADC9-D91B6D1CA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291" name="직선 연결선 5290">
              <a:extLst>
                <a:ext uri="{FF2B5EF4-FFF2-40B4-BE49-F238E27FC236}">
                  <a16:creationId xmlns:a16="http://schemas.microsoft.com/office/drawing/2014/main" id="{6E3E9141-B636-6305-6B6F-E671785B8791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92" name="TextBox 5291">
              <a:extLst>
                <a:ext uri="{FF2B5EF4-FFF2-40B4-BE49-F238E27FC236}">
                  <a16:creationId xmlns:a16="http://schemas.microsoft.com/office/drawing/2014/main" id="{526DE269-DE85-0508-5A35-443338AD1162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293" name="그룹 5292">
              <a:extLst>
                <a:ext uri="{FF2B5EF4-FFF2-40B4-BE49-F238E27FC236}">
                  <a16:creationId xmlns:a16="http://schemas.microsoft.com/office/drawing/2014/main" id="{51ABC908-ED77-11CF-4A9C-6DD3724A8474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297" name="그림 5296">
                <a:extLst>
                  <a:ext uri="{FF2B5EF4-FFF2-40B4-BE49-F238E27FC236}">
                    <a16:creationId xmlns:a16="http://schemas.microsoft.com/office/drawing/2014/main" id="{09A7D176-7307-CAAA-CC2D-0BAD796A1E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298" name="그림 5297">
                <a:extLst>
                  <a:ext uri="{FF2B5EF4-FFF2-40B4-BE49-F238E27FC236}">
                    <a16:creationId xmlns:a16="http://schemas.microsoft.com/office/drawing/2014/main" id="{ACA0A3D2-F116-89B5-FC19-96955EE93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294" name="직사각형 5293">
              <a:extLst>
                <a:ext uri="{FF2B5EF4-FFF2-40B4-BE49-F238E27FC236}">
                  <a16:creationId xmlns:a16="http://schemas.microsoft.com/office/drawing/2014/main" id="{33C07EC5-9EC7-BFE2-AC19-CE3DFAF1DDD9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5" name="TextBox 5294">
              <a:extLst>
                <a:ext uri="{FF2B5EF4-FFF2-40B4-BE49-F238E27FC236}">
                  <a16:creationId xmlns:a16="http://schemas.microsoft.com/office/drawing/2014/main" id="{919B6611-2908-AFA6-1E0D-B7703EC7DB1E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296" name="직사각형 5295">
              <a:extLst>
                <a:ext uri="{FF2B5EF4-FFF2-40B4-BE49-F238E27FC236}">
                  <a16:creationId xmlns:a16="http://schemas.microsoft.com/office/drawing/2014/main" id="{FB33C18E-EE73-F52D-8053-B3F223CCB181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05" name="그룹 5304">
            <a:extLst>
              <a:ext uri="{FF2B5EF4-FFF2-40B4-BE49-F238E27FC236}">
                <a16:creationId xmlns:a16="http://schemas.microsoft.com/office/drawing/2014/main" id="{2B311365-BA77-C52D-A7D3-3271E4FA098E}"/>
              </a:ext>
            </a:extLst>
          </p:cNvPr>
          <p:cNvGrpSpPr/>
          <p:nvPr userDrawn="1"/>
        </p:nvGrpSpPr>
        <p:grpSpPr>
          <a:xfrm>
            <a:off x="4890552" y="965016"/>
            <a:ext cx="2411573" cy="1462152"/>
            <a:chOff x="64655" y="965016"/>
            <a:chExt cx="2410383" cy="1462152"/>
          </a:xfrm>
        </p:grpSpPr>
        <p:sp>
          <p:nvSpPr>
            <p:cNvPr id="5306" name="사각형: 둥근 모서리 5305">
              <a:extLst>
                <a:ext uri="{FF2B5EF4-FFF2-40B4-BE49-F238E27FC236}">
                  <a16:creationId xmlns:a16="http://schemas.microsoft.com/office/drawing/2014/main" id="{BFA700B2-F911-CD4A-3F3E-9D8413DE9D37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07" name="TextBox 5306">
              <a:extLst>
                <a:ext uri="{FF2B5EF4-FFF2-40B4-BE49-F238E27FC236}">
                  <a16:creationId xmlns:a16="http://schemas.microsoft.com/office/drawing/2014/main" id="{22F56560-B896-4FB0-F4FA-37505D5AA28B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05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08" name="TextBox 5307">
              <a:extLst>
                <a:ext uri="{FF2B5EF4-FFF2-40B4-BE49-F238E27FC236}">
                  <a16:creationId xmlns:a16="http://schemas.microsoft.com/office/drawing/2014/main" id="{AA56C002-55FA-2F01-F41E-DFA91A96701D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309" name="직선 연결선 5308">
              <a:extLst>
                <a:ext uri="{FF2B5EF4-FFF2-40B4-BE49-F238E27FC236}">
                  <a16:creationId xmlns:a16="http://schemas.microsoft.com/office/drawing/2014/main" id="{0E486732-9C0F-2094-0262-3079B6FFCC03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10" name="그룹 5309">
              <a:extLst>
                <a:ext uri="{FF2B5EF4-FFF2-40B4-BE49-F238E27FC236}">
                  <a16:creationId xmlns:a16="http://schemas.microsoft.com/office/drawing/2014/main" id="{E9B39F45-CB86-1141-F651-617086CD17F8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335" name="그림 5334">
                <a:extLst>
                  <a:ext uri="{FF2B5EF4-FFF2-40B4-BE49-F238E27FC236}">
                    <a16:creationId xmlns:a16="http://schemas.microsoft.com/office/drawing/2014/main" id="{E8D09ED7-4C82-CD09-5154-6960ACA7CF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36" name="그림 5335">
                <a:extLst>
                  <a:ext uri="{FF2B5EF4-FFF2-40B4-BE49-F238E27FC236}">
                    <a16:creationId xmlns:a16="http://schemas.microsoft.com/office/drawing/2014/main" id="{7D78F6F8-884E-0817-873C-E053026D9F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37" name="그림 5336">
                <a:extLst>
                  <a:ext uri="{FF2B5EF4-FFF2-40B4-BE49-F238E27FC236}">
                    <a16:creationId xmlns:a16="http://schemas.microsoft.com/office/drawing/2014/main" id="{0DEA86D8-6B41-057E-084D-42B446D5A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38" name="그림 5337">
                <a:extLst>
                  <a:ext uri="{FF2B5EF4-FFF2-40B4-BE49-F238E27FC236}">
                    <a16:creationId xmlns:a16="http://schemas.microsoft.com/office/drawing/2014/main" id="{2C78B883-80B9-9929-4839-A8626F6A77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39" name="그림 5338">
                <a:extLst>
                  <a:ext uri="{FF2B5EF4-FFF2-40B4-BE49-F238E27FC236}">
                    <a16:creationId xmlns:a16="http://schemas.microsoft.com/office/drawing/2014/main" id="{FB099CA8-AEA5-9C9B-D106-5E615FF6A9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40" name="그림 5339">
                <a:extLst>
                  <a:ext uri="{FF2B5EF4-FFF2-40B4-BE49-F238E27FC236}">
                    <a16:creationId xmlns:a16="http://schemas.microsoft.com/office/drawing/2014/main" id="{419F16A1-AA83-9032-C2BA-87B9749AB6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311" name="TextBox 5310">
              <a:extLst>
                <a:ext uri="{FF2B5EF4-FFF2-40B4-BE49-F238E27FC236}">
                  <a16:creationId xmlns:a16="http://schemas.microsoft.com/office/drawing/2014/main" id="{6D1333E9-5441-F66B-931B-85E80C49D427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12" name="TextBox 5311">
              <a:extLst>
                <a:ext uri="{FF2B5EF4-FFF2-40B4-BE49-F238E27FC236}">
                  <a16:creationId xmlns:a16="http://schemas.microsoft.com/office/drawing/2014/main" id="{2A70EC82-FC03-EB07-8641-B07195DD391B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3" name="TextBox 5312">
              <a:extLst>
                <a:ext uri="{FF2B5EF4-FFF2-40B4-BE49-F238E27FC236}">
                  <a16:creationId xmlns:a16="http://schemas.microsoft.com/office/drawing/2014/main" id="{6EF93492-981B-87ED-0C07-F752877F890C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4" name="TextBox 5313">
              <a:extLst>
                <a:ext uri="{FF2B5EF4-FFF2-40B4-BE49-F238E27FC236}">
                  <a16:creationId xmlns:a16="http://schemas.microsoft.com/office/drawing/2014/main" id="{9F3802F8-6C1B-01C3-D4AF-6757FC5E7453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5" name="TextBox 5314">
              <a:extLst>
                <a:ext uri="{FF2B5EF4-FFF2-40B4-BE49-F238E27FC236}">
                  <a16:creationId xmlns:a16="http://schemas.microsoft.com/office/drawing/2014/main" id="{9C344FAC-3E69-46A5-8C2A-1069E4C23870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6" name="TextBox 5315">
              <a:extLst>
                <a:ext uri="{FF2B5EF4-FFF2-40B4-BE49-F238E27FC236}">
                  <a16:creationId xmlns:a16="http://schemas.microsoft.com/office/drawing/2014/main" id="{01949C3F-ACBB-1693-BAA3-86C615629F32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7" name="TextBox 5316">
              <a:extLst>
                <a:ext uri="{FF2B5EF4-FFF2-40B4-BE49-F238E27FC236}">
                  <a16:creationId xmlns:a16="http://schemas.microsoft.com/office/drawing/2014/main" id="{D7B435CA-5558-BA4D-B859-8C9999B1BB26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8" name="TextBox 5317">
              <a:extLst>
                <a:ext uri="{FF2B5EF4-FFF2-40B4-BE49-F238E27FC236}">
                  <a16:creationId xmlns:a16="http://schemas.microsoft.com/office/drawing/2014/main" id="{391375BA-42BC-4A8E-9F12-F5AE0A2DB079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9" name="TextBox 5318">
              <a:extLst>
                <a:ext uri="{FF2B5EF4-FFF2-40B4-BE49-F238E27FC236}">
                  <a16:creationId xmlns:a16="http://schemas.microsoft.com/office/drawing/2014/main" id="{C8FDD6B2-A21A-FA91-2D39-FAD4CDE8935B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20" name="TextBox 5319">
              <a:extLst>
                <a:ext uri="{FF2B5EF4-FFF2-40B4-BE49-F238E27FC236}">
                  <a16:creationId xmlns:a16="http://schemas.microsoft.com/office/drawing/2014/main" id="{EABCB7BA-3B04-FF7D-D6D8-6A5B0FD0974C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21" name="TextBox 5320">
              <a:extLst>
                <a:ext uri="{FF2B5EF4-FFF2-40B4-BE49-F238E27FC236}">
                  <a16:creationId xmlns:a16="http://schemas.microsoft.com/office/drawing/2014/main" id="{990C8308-6B71-EDD8-42D1-5CBB3AB8A037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22" name="TextBox 5321">
              <a:extLst>
                <a:ext uri="{FF2B5EF4-FFF2-40B4-BE49-F238E27FC236}">
                  <a16:creationId xmlns:a16="http://schemas.microsoft.com/office/drawing/2014/main" id="{37AB7B29-DE54-42E7-6557-5BADF0DBFE2B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23" name="TextBox 5322">
              <a:extLst>
                <a:ext uri="{FF2B5EF4-FFF2-40B4-BE49-F238E27FC236}">
                  <a16:creationId xmlns:a16="http://schemas.microsoft.com/office/drawing/2014/main" id="{4FE97113-6928-2D46-B16C-2947CBA5F117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324" name="직선 연결선 5323">
              <a:extLst>
                <a:ext uri="{FF2B5EF4-FFF2-40B4-BE49-F238E27FC236}">
                  <a16:creationId xmlns:a16="http://schemas.microsoft.com/office/drawing/2014/main" id="{7BA5CF22-2662-3C76-01A3-F8F7AEC70725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5" name="직선 연결선 5324">
              <a:extLst>
                <a:ext uri="{FF2B5EF4-FFF2-40B4-BE49-F238E27FC236}">
                  <a16:creationId xmlns:a16="http://schemas.microsoft.com/office/drawing/2014/main" id="{D6EFC4EE-029F-5F4C-EE03-DC297F08331A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26" name="그래픽 5325" descr="벨소리 단색으로 채워진">
              <a:extLst>
                <a:ext uri="{FF2B5EF4-FFF2-40B4-BE49-F238E27FC236}">
                  <a16:creationId xmlns:a16="http://schemas.microsoft.com/office/drawing/2014/main" id="{62919EB2-8BE6-A4ED-81B9-9831CD825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327" name="직선 연결선 5326">
              <a:extLst>
                <a:ext uri="{FF2B5EF4-FFF2-40B4-BE49-F238E27FC236}">
                  <a16:creationId xmlns:a16="http://schemas.microsoft.com/office/drawing/2014/main" id="{D9CA9573-48D9-2F5A-D252-16FCF00437D5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28" name="TextBox 5327">
              <a:extLst>
                <a:ext uri="{FF2B5EF4-FFF2-40B4-BE49-F238E27FC236}">
                  <a16:creationId xmlns:a16="http://schemas.microsoft.com/office/drawing/2014/main" id="{4EF4D02F-5173-6FFC-6C40-A9772D0A516A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329" name="그룹 5328">
              <a:extLst>
                <a:ext uri="{FF2B5EF4-FFF2-40B4-BE49-F238E27FC236}">
                  <a16:creationId xmlns:a16="http://schemas.microsoft.com/office/drawing/2014/main" id="{907E7A83-87F7-47EF-6D31-B85CBBBC5715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333" name="그림 5332">
                <a:extLst>
                  <a:ext uri="{FF2B5EF4-FFF2-40B4-BE49-F238E27FC236}">
                    <a16:creationId xmlns:a16="http://schemas.microsoft.com/office/drawing/2014/main" id="{6680006E-5058-2265-BF6A-A96A86B4CE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334" name="그림 5333">
                <a:extLst>
                  <a:ext uri="{FF2B5EF4-FFF2-40B4-BE49-F238E27FC236}">
                    <a16:creationId xmlns:a16="http://schemas.microsoft.com/office/drawing/2014/main" id="{CAF7275F-2F1F-EDE1-10D6-CC4FA07859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330" name="직사각형 5329">
              <a:extLst>
                <a:ext uri="{FF2B5EF4-FFF2-40B4-BE49-F238E27FC236}">
                  <a16:creationId xmlns:a16="http://schemas.microsoft.com/office/drawing/2014/main" id="{A2C3969A-9D88-CA2E-D038-AB53A6D45623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1" name="TextBox 5330">
              <a:extLst>
                <a:ext uri="{FF2B5EF4-FFF2-40B4-BE49-F238E27FC236}">
                  <a16:creationId xmlns:a16="http://schemas.microsoft.com/office/drawing/2014/main" id="{F6F74B93-482A-3C91-7604-D75F5E806D58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332" name="직사각형 5331">
              <a:extLst>
                <a:ext uri="{FF2B5EF4-FFF2-40B4-BE49-F238E27FC236}">
                  <a16:creationId xmlns:a16="http://schemas.microsoft.com/office/drawing/2014/main" id="{FFA838BB-9D3A-5D2F-46C3-A39D15760494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41" name="그룹 5340">
            <a:extLst>
              <a:ext uri="{FF2B5EF4-FFF2-40B4-BE49-F238E27FC236}">
                <a16:creationId xmlns:a16="http://schemas.microsoft.com/office/drawing/2014/main" id="{20D4C4B2-DABA-DE13-5AFD-108027C28431}"/>
              </a:ext>
            </a:extLst>
          </p:cNvPr>
          <p:cNvGrpSpPr/>
          <p:nvPr userDrawn="1"/>
        </p:nvGrpSpPr>
        <p:grpSpPr>
          <a:xfrm>
            <a:off x="7302823" y="965016"/>
            <a:ext cx="2411573" cy="1462152"/>
            <a:chOff x="64655" y="965016"/>
            <a:chExt cx="2410383" cy="1462152"/>
          </a:xfrm>
        </p:grpSpPr>
        <p:sp>
          <p:nvSpPr>
            <p:cNvPr id="5342" name="사각형: 둥근 모서리 5341">
              <a:extLst>
                <a:ext uri="{FF2B5EF4-FFF2-40B4-BE49-F238E27FC236}">
                  <a16:creationId xmlns:a16="http://schemas.microsoft.com/office/drawing/2014/main" id="{C4E4CE4C-F438-48A4-8624-157967F2575A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43" name="TextBox 5342">
              <a:extLst>
                <a:ext uri="{FF2B5EF4-FFF2-40B4-BE49-F238E27FC236}">
                  <a16:creationId xmlns:a16="http://schemas.microsoft.com/office/drawing/2014/main" id="{A8D878C5-884C-458B-2504-913A0E1CEE4F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07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44" name="TextBox 5343">
              <a:extLst>
                <a:ext uri="{FF2B5EF4-FFF2-40B4-BE49-F238E27FC236}">
                  <a16:creationId xmlns:a16="http://schemas.microsoft.com/office/drawing/2014/main" id="{D2C0BE2E-45F3-D11E-3A29-908BF9D01058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345" name="직선 연결선 5344">
              <a:extLst>
                <a:ext uri="{FF2B5EF4-FFF2-40B4-BE49-F238E27FC236}">
                  <a16:creationId xmlns:a16="http://schemas.microsoft.com/office/drawing/2014/main" id="{AFEFE1B3-21B7-2316-DE48-934193967FE0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46" name="그룹 5345">
              <a:extLst>
                <a:ext uri="{FF2B5EF4-FFF2-40B4-BE49-F238E27FC236}">
                  <a16:creationId xmlns:a16="http://schemas.microsoft.com/office/drawing/2014/main" id="{587B2960-7834-4CCD-7950-199AAAF6A534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371" name="그림 5370">
                <a:extLst>
                  <a:ext uri="{FF2B5EF4-FFF2-40B4-BE49-F238E27FC236}">
                    <a16:creationId xmlns:a16="http://schemas.microsoft.com/office/drawing/2014/main" id="{EBADFB5E-0B55-E885-888A-25A1403F27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2" name="그림 5371">
                <a:extLst>
                  <a:ext uri="{FF2B5EF4-FFF2-40B4-BE49-F238E27FC236}">
                    <a16:creationId xmlns:a16="http://schemas.microsoft.com/office/drawing/2014/main" id="{C47C5434-8098-AF5D-7F8F-65E91C3AA5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3" name="그림 5372">
                <a:extLst>
                  <a:ext uri="{FF2B5EF4-FFF2-40B4-BE49-F238E27FC236}">
                    <a16:creationId xmlns:a16="http://schemas.microsoft.com/office/drawing/2014/main" id="{91918EBF-2B89-BF15-828E-65B74A48AD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4" name="그림 5373">
                <a:extLst>
                  <a:ext uri="{FF2B5EF4-FFF2-40B4-BE49-F238E27FC236}">
                    <a16:creationId xmlns:a16="http://schemas.microsoft.com/office/drawing/2014/main" id="{44F0C592-3F3C-618F-1B11-085D6D83C5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5" name="그림 5374">
                <a:extLst>
                  <a:ext uri="{FF2B5EF4-FFF2-40B4-BE49-F238E27FC236}">
                    <a16:creationId xmlns:a16="http://schemas.microsoft.com/office/drawing/2014/main" id="{41C239B4-2D87-EBAF-60A5-962312E99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6" name="그림 5375">
                <a:extLst>
                  <a:ext uri="{FF2B5EF4-FFF2-40B4-BE49-F238E27FC236}">
                    <a16:creationId xmlns:a16="http://schemas.microsoft.com/office/drawing/2014/main" id="{630825DF-694D-93FB-2E8B-88FE62DBF2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347" name="TextBox 5346">
              <a:extLst>
                <a:ext uri="{FF2B5EF4-FFF2-40B4-BE49-F238E27FC236}">
                  <a16:creationId xmlns:a16="http://schemas.microsoft.com/office/drawing/2014/main" id="{83BE77ED-6B3C-785D-BB57-420E7940084D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48" name="TextBox 5347">
              <a:extLst>
                <a:ext uri="{FF2B5EF4-FFF2-40B4-BE49-F238E27FC236}">
                  <a16:creationId xmlns:a16="http://schemas.microsoft.com/office/drawing/2014/main" id="{80E2410F-8B63-B45F-0EED-BEA0C2C6E956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49" name="TextBox 5348">
              <a:extLst>
                <a:ext uri="{FF2B5EF4-FFF2-40B4-BE49-F238E27FC236}">
                  <a16:creationId xmlns:a16="http://schemas.microsoft.com/office/drawing/2014/main" id="{C20C0974-9A17-007A-A5FF-D879D0249C0E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0" name="TextBox 5349">
              <a:extLst>
                <a:ext uri="{FF2B5EF4-FFF2-40B4-BE49-F238E27FC236}">
                  <a16:creationId xmlns:a16="http://schemas.microsoft.com/office/drawing/2014/main" id="{5FFF4A65-B1FB-9081-6B79-1090647E8852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1" name="TextBox 5350">
              <a:extLst>
                <a:ext uri="{FF2B5EF4-FFF2-40B4-BE49-F238E27FC236}">
                  <a16:creationId xmlns:a16="http://schemas.microsoft.com/office/drawing/2014/main" id="{54BA1266-0A2B-C334-7EE5-CAEC33590BD1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2" name="TextBox 5351">
              <a:extLst>
                <a:ext uri="{FF2B5EF4-FFF2-40B4-BE49-F238E27FC236}">
                  <a16:creationId xmlns:a16="http://schemas.microsoft.com/office/drawing/2014/main" id="{4EF3A50E-A297-C101-E54D-4875A486CF6F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3" name="TextBox 5352">
              <a:extLst>
                <a:ext uri="{FF2B5EF4-FFF2-40B4-BE49-F238E27FC236}">
                  <a16:creationId xmlns:a16="http://schemas.microsoft.com/office/drawing/2014/main" id="{76347563-6FB2-5D36-0594-01B1CA402976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4" name="TextBox 5353">
              <a:extLst>
                <a:ext uri="{FF2B5EF4-FFF2-40B4-BE49-F238E27FC236}">
                  <a16:creationId xmlns:a16="http://schemas.microsoft.com/office/drawing/2014/main" id="{6BC8FA81-DB76-9333-F869-5EA231DA5E64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5" name="TextBox 5354">
              <a:extLst>
                <a:ext uri="{FF2B5EF4-FFF2-40B4-BE49-F238E27FC236}">
                  <a16:creationId xmlns:a16="http://schemas.microsoft.com/office/drawing/2014/main" id="{0017BFCC-A7E5-415A-74A1-B14EA7C7D309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6" name="TextBox 5355">
              <a:extLst>
                <a:ext uri="{FF2B5EF4-FFF2-40B4-BE49-F238E27FC236}">
                  <a16:creationId xmlns:a16="http://schemas.microsoft.com/office/drawing/2014/main" id="{2AD8A28A-8970-6816-1051-2A09DFDA3DAB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7" name="TextBox 5356">
              <a:extLst>
                <a:ext uri="{FF2B5EF4-FFF2-40B4-BE49-F238E27FC236}">
                  <a16:creationId xmlns:a16="http://schemas.microsoft.com/office/drawing/2014/main" id="{79B03D50-5656-8595-8CA0-E9BEB2ED72BC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8" name="TextBox 5357">
              <a:extLst>
                <a:ext uri="{FF2B5EF4-FFF2-40B4-BE49-F238E27FC236}">
                  <a16:creationId xmlns:a16="http://schemas.microsoft.com/office/drawing/2014/main" id="{77B0E9AF-F3C3-C11E-CC1F-4180BE40E610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9" name="TextBox 5358">
              <a:extLst>
                <a:ext uri="{FF2B5EF4-FFF2-40B4-BE49-F238E27FC236}">
                  <a16:creationId xmlns:a16="http://schemas.microsoft.com/office/drawing/2014/main" id="{D2BDA367-53E7-F228-DBDA-4AE7D3AFE3ED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360" name="직선 연결선 5359">
              <a:extLst>
                <a:ext uri="{FF2B5EF4-FFF2-40B4-BE49-F238E27FC236}">
                  <a16:creationId xmlns:a16="http://schemas.microsoft.com/office/drawing/2014/main" id="{122DA7F1-9B7F-4399-9E4A-2FE77B001078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1" name="직선 연결선 5360">
              <a:extLst>
                <a:ext uri="{FF2B5EF4-FFF2-40B4-BE49-F238E27FC236}">
                  <a16:creationId xmlns:a16="http://schemas.microsoft.com/office/drawing/2014/main" id="{85563193-E853-8F26-8DE6-C21050256923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62" name="그래픽 5361" descr="벨소리 단색으로 채워진">
              <a:extLst>
                <a:ext uri="{FF2B5EF4-FFF2-40B4-BE49-F238E27FC236}">
                  <a16:creationId xmlns:a16="http://schemas.microsoft.com/office/drawing/2014/main" id="{2AB9DECF-93BE-74B7-84EE-6F3FCB671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363" name="직선 연결선 5362">
              <a:extLst>
                <a:ext uri="{FF2B5EF4-FFF2-40B4-BE49-F238E27FC236}">
                  <a16:creationId xmlns:a16="http://schemas.microsoft.com/office/drawing/2014/main" id="{009BC4B6-5B2E-9704-B60C-D3C591550F57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4" name="TextBox 5363">
              <a:extLst>
                <a:ext uri="{FF2B5EF4-FFF2-40B4-BE49-F238E27FC236}">
                  <a16:creationId xmlns:a16="http://schemas.microsoft.com/office/drawing/2014/main" id="{9AABC529-CD56-E379-808D-32801445797B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365" name="그룹 5364">
              <a:extLst>
                <a:ext uri="{FF2B5EF4-FFF2-40B4-BE49-F238E27FC236}">
                  <a16:creationId xmlns:a16="http://schemas.microsoft.com/office/drawing/2014/main" id="{C766FEEF-E5B3-F773-5510-13391D699F2A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369" name="그림 5368">
                <a:extLst>
                  <a:ext uri="{FF2B5EF4-FFF2-40B4-BE49-F238E27FC236}">
                    <a16:creationId xmlns:a16="http://schemas.microsoft.com/office/drawing/2014/main" id="{A761A251-BAD0-37C2-5DC6-A04C7A402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370" name="그림 5369">
                <a:extLst>
                  <a:ext uri="{FF2B5EF4-FFF2-40B4-BE49-F238E27FC236}">
                    <a16:creationId xmlns:a16="http://schemas.microsoft.com/office/drawing/2014/main" id="{F6E8CB7B-A55F-4F87-B2F2-65ECACBECF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366" name="직사각형 5365">
              <a:extLst>
                <a:ext uri="{FF2B5EF4-FFF2-40B4-BE49-F238E27FC236}">
                  <a16:creationId xmlns:a16="http://schemas.microsoft.com/office/drawing/2014/main" id="{0971029D-2A89-3047-B865-32892FEE2D53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7" name="TextBox 5366">
              <a:extLst>
                <a:ext uri="{FF2B5EF4-FFF2-40B4-BE49-F238E27FC236}">
                  <a16:creationId xmlns:a16="http://schemas.microsoft.com/office/drawing/2014/main" id="{A1D719AA-AF66-3011-F430-5F751411BAFC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368" name="직사각형 5367">
              <a:extLst>
                <a:ext uri="{FF2B5EF4-FFF2-40B4-BE49-F238E27FC236}">
                  <a16:creationId xmlns:a16="http://schemas.microsoft.com/office/drawing/2014/main" id="{CD0BD82D-459F-5684-2269-56A0BA5E89D2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77" name="그룹 5376">
            <a:extLst>
              <a:ext uri="{FF2B5EF4-FFF2-40B4-BE49-F238E27FC236}">
                <a16:creationId xmlns:a16="http://schemas.microsoft.com/office/drawing/2014/main" id="{6F49907B-F98D-38E5-8626-2E67217C99D8}"/>
              </a:ext>
            </a:extLst>
          </p:cNvPr>
          <p:cNvGrpSpPr/>
          <p:nvPr userDrawn="1"/>
        </p:nvGrpSpPr>
        <p:grpSpPr>
          <a:xfrm>
            <a:off x="64655" y="2426597"/>
            <a:ext cx="2411573" cy="1462152"/>
            <a:chOff x="64655" y="965016"/>
            <a:chExt cx="2410383" cy="1462152"/>
          </a:xfrm>
        </p:grpSpPr>
        <p:sp>
          <p:nvSpPr>
            <p:cNvPr id="5378" name="사각형: 둥근 모서리 5377">
              <a:extLst>
                <a:ext uri="{FF2B5EF4-FFF2-40B4-BE49-F238E27FC236}">
                  <a16:creationId xmlns:a16="http://schemas.microsoft.com/office/drawing/2014/main" id="{656175A8-B672-DD61-6281-B524D2CECCD3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79" name="TextBox 5378">
              <a:extLst>
                <a:ext uri="{FF2B5EF4-FFF2-40B4-BE49-F238E27FC236}">
                  <a16:creationId xmlns:a16="http://schemas.microsoft.com/office/drawing/2014/main" id="{1A233361-3289-8289-DF16-ACC1051AF55E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02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80" name="TextBox 5379">
              <a:extLst>
                <a:ext uri="{FF2B5EF4-FFF2-40B4-BE49-F238E27FC236}">
                  <a16:creationId xmlns:a16="http://schemas.microsoft.com/office/drawing/2014/main" id="{91CEB7A2-C762-EFA6-F82D-289DC2EA9AE8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381" name="직선 연결선 5380">
              <a:extLst>
                <a:ext uri="{FF2B5EF4-FFF2-40B4-BE49-F238E27FC236}">
                  <a16:creationId xmlns:a16="http://schemas.microsoft.com/office/drawing/2014/main" id="{52BDEF66-B360-F6FB-5173-F713FC93F5E6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82" name="그룹 5381">
              <a:extLst>
                <a:ext uri="{FF2B5EF4-FFF2-40B4-BE49-F238E27FC236}">
                  <a16:creationId xmlns:a16="http://schemas.microsoft.com/office/drawing/2014/main" id="{9146A91D-39C8-4EF1-7B55-264859F152BE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407" name="그림 5406">
                <a:extLst>
                  <a:ext uri="{FF2B5EF4-FFF2-40B4-BE49-F238E27FC236}">
                    <a16:creationId xmlns:a16="http://schemas.microsoft.com/office/drawing/2014/main" id="{9BD1012E-5F71-7CE9-012D-6712F53497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08" name="그림 5407">
                <a:extLst>
                  <a:ext uri="{FF2B5EF4-FFF2-40B4-BE49-F238E27FC236}">
                    <a16:creationId xmlns:a16="http://schemas.microsoft.com/office/drawing/2014/main" id="{002D072C-57E7-6878-2A8B-E1B8888303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09" name="그림 5408">
                <a:extLst>
                  <a:ext uri="{FF2B5EF4-FFF2-40B4-BE49-F238E27FC236}">
                    <a16:creationId xmlns:a16="http://schemas.microsoft.com/office/drawing/2014/main" id="{F98FFEA4-0D36-5748-0334-C551FB9AED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10" name="그림 5409">
                <a:extLst>
                  <a:ext uri="{FF2B5EF4-FFF2-40B4-BE49-F238E27FC236}">
                    <a16:creationId xmlns:a16="http://schemas.microsoft.com/office/drawing/2014/main" id="{C6FC68B6-C688-ACBC-1C75-16E94BCADD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11" name="그림 5410">
                <a:extLst>
                  <a:ext uri="{FF2B5EF4-FFF2-40B4-BE49-F238E27FC236}">
                    <a16:creationId xmlns:a16="http://schemas.microsoft.com/office/drawing/2014/main" id="{30FD6705-C7FB-C0C6-CDF2-88B3D58D53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12" name="그림 5411">
                <a:extLst>
                  <a:ext uri="{FF2B5EF4-FFF2-40B4-BE49-F238E27FC236}">
                    <a16:creationId xmlns:a16="http://schemas.microsoft.com/office/drawing/2014/main" id="{CEFADC7A-E6B1-FFA4-E7B9-646A98E73D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383" name="TextBox 5382">
              <a:extLst>
                <a:ext uri="{FF2B5EF4-FFF2-40B4-BE49-F238E27FC236}">
                  <a16:creationId xmlns:a16="http://schemas.microsoft.com/office/drawing/2014/main" id="{5050C893-7078-B242-9DA9-F988DC26C126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84" name="TextBox 5383">
              <a:extLst>
                <a:ext uri="{FF2B5EF4-FFF2-40B4-BE49-F238E27FC236}">
                  <a16:creationId xmlns:a16="http://schemas.microsoft.com/office/drawing/2014/main" id="{3BEA44D1-C43B-17DD-A718-BC2C469EEDE6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5" name="TextBox 5384">
              <a:extLst>
                <a:ext uri="{FF2B5EF4-FFF2-40B4-BE49-F238E27FC236}">
                  <a16:creationId xmlns:a16="http://schemas.microsoft.com/office/drawing/2014/main" id="{1EA3900D-08FE-6D30-BDC6-B3E335058ED4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6" name="TextBox 5385">
              <a:extLst>
                <a:ext uri="{FF2B5EF4-FFF2-40B4-BE49-F238E27FC236}">
                  <a16:creationId xmlns:a16="http://schemas.microsoft.com/office/drawing/2014/main" id="{F49AEC70-02EB-3153-5F14-8E0B03C3E660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7" name="TextBox 5386">
              <a:extLst>
                <a:ext uri="{FF2B5EF4-FFF2-40B4-BE49-F238E27FC236}">
                  <a16:creationId xmlns:a16="http://schemas.microsoft.com/office/drawing/2014/main" id="{B1A2E2B3-BE23-30BD-0BAB-3428231C87F6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8" name="TextBox 5387">
              <a:extLst>
                <a:ext uri="{FF2B5EF4-FFF2-40B4-BE49-F238E27FC236}">
                  <a16:creationId xmlns:a16="http://schemas.microsoft.com/office/drawing/2014/main" id="{22B65DEF-EA75-9328-CD4D-B8CD7AF9210C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9" name="TextBox 5388">
              <a:extLst>
                <a:ext uri="{FF2B5EF4-FFF2-40B4-BE49-F238E27FC236}">
                  <a16:creationId xmlns:a16="http://schemas.microsoft.com/office/drawing/2014/main" id="{F55B5573-4672-3D86-13FD-22B82C4CDB45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0" name="TextBox 5389">
              <a:extLst>
                <a:ext uri="{FF2B5EF4-FFF2-40B4-BE49-F238E27FC236}">
                  <a16:creationId xmlns:a16="http://schemas.microsoft.com/office/drawing/2014/main" id="{234BBC0B-6C3C-0630-1BAC-19F3C31F1DF1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1" name="TextBox 5390">
              <a:extLst>
                <a:ext uri="{FF2B5EF4-FFF2-40B4-BE49-F238E27FC236}">
                  <a16:creationId xmlns:a16="http://schemas.microsoft.com/office/drawing/2014/main" id="{D79638C9-3BB5-706E-F70D-42C81941B0B7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2" name="TextBox 5391">
              <a:extLst>
                <a:ext uri="{FF2B5EF4-FFF2-40B4-BE49-F238E27FC236}">
                  <a16:creationId xmlns:a16="http://schemas.microsoft.com/office/drawing/2014/main" id="{E9EDD8B1-84CF-6455-AF0B-95596E90AEB3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3" name="TextBox 5392">
              <a:extLst>
                <a:ext uri="{FF2B5EF4-FFF2-40B4-BE49-F238E27FC236}">
                  <a16:creationId xmlns:a16="http://schemas.microsoft.com/office/drawing/2014/main" id="{A7E3B72A-9AF1-17A7-D246-839F86DE5F5E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4" name="TextBox 5393">
              <a:extLst>
                <a:ext uri="{FF2B5EF4-FFF2-40B4-BE49-F238E27FC236}">
                  <a16:creationId xmlns:a16="http://schemas.microsoft.com/office/drawing/2014/main" id="{26CE7BB3-8E5B-E153-9A4F-8864A54A1E91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5" name="TextBox 5394">
              <a:extLst>
                <a:ext uri="{FF2B5EF4-FFF2-40B4-BE49-F238E27FC236}">
                  <a16:creationId xmlns:a16="http://schemas.microsoft.com/office/drawing/2014/main" id="{CB18A584-5817-F72E-3B54-CD4A9CACA398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396" name="직선 연결선 5395">
              <a:extLst>
                <a:ext uri="{FF2B5EF4-FFF2-40B4-BE49-F238E27FC236}">
                  <a16:creationId xmlns:a16="http://schemas.microsoft.com/office/drawing/2014/main" id="{FF8154EA-F602-EF6F-7C4B-406493E9DADA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7" name="직선 연결선 5396">
              <a:extLst>
                <a:ext uri="{FF2B5EF4-FFF2-40B4-BE49-F238E27FC236}">
                  <a16:creationId xmlns:a16="http://schemas.microsoft.com/office/drawing/2014/main" id="{6628A900-7ED6-87CA-0A91-6C7DD14CC47A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98" name="그래픽 5397" descr="벨소리 단색으로 채워진">
              <a:extLst>
                <a:ext uri="{FF2B5EF4-FFF2-40B4-BE49-F238E27FC236}">
                  <a16:creationId xmlns:a16="http://schemas.microsoft.com/office/drawing/2014/main" id="{30A89B5E-AA1A-7867-9274-0AA49E87A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399" name="직선 연결선 5398">
              <a:extLst>
                <a:ext uri="{FF2B5EF4-FFF2-40B4-BE49-F238E27FC236}">
                  <a16:creationId xmlns:a16="http://schemas.microsoft.com/office/drawing/2014/main" id="{16320308-5C5C-94AC-D3EC-C04F3B8DF4DA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00" name="TextBox 5399">
              <a:extLst>
                <a:ext uri="{FF2B5EF4-FFF2-40B4-BE49-F238E27FC236}">
                  <a16:creationId xmlns:a16="http://schemas.microsoft.com/office/drawing/2014/main" id="{F6BE0FAA-5382-5828-4CD8-7FFAF00EADD0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401" name="그룹 5400">
              <a:extLst>
                <a:ext uri="{FF2B5EF4-FFF2-40B4-BE49-F238E27FC236}">
                  <a16:creationId xmlns:a16="http://schemas.microsoft.com/office/drawing/2014/main" id="{0E45253A-A3F5-1DD2-A431-AAC8846CB495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405" name="그림 5404">
                <a:extLst>
                  <a:ext uri="{FF2B5EF4-FFF2-40B4-BE49-F238E27FC236}">
                    <a16:creationId xmlns:a16="http://schemas.microsoft.com/office/drawing/2014/main" id="{1DE817E9-4E41-8598-929C-7385A595E8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406" name="그림 5405">
                <a:extLst>
                  <a:ext uri="{FF2B5EF4-FFF2-40B4-BE49-F238E27FC236}">
                    <a16:creationId xmlns:a16="http://schemas.microsoft.com/office/drawing/2014/main" id="{D512CFE7-BB29-E629-3421-BB3A869C09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402" name="직사각형 5401">
              <a:extLst>
                <a:ext uri="{FF2B5EF4-FFF2-40B4-BE49-F238E27FC236}">
                  <a16:creationId xmlns:a16="http://schemas.microsoft.com/office/drawing/2014/main" id="{B622F595-C82B-A935-5502-61CE8335ABEF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3" name="TextBox 5402">
              <a:extLst>
                <a:ext uri="{FF2B5EF4-FFF2-40B4-BE49-F238E27FC236}">
                  <a16:creationId xmlns:a16="http://schemas.microsoft.com/office/drawing/2014/main" id="{21B7965D-BDBC-D8F6-6A7D-B3C65EC75BE0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404" name="직사각형 5403">
              <a:extLst>
                <a:ext uri="{FF2B5EF4-FFF2-40B4-BE49-F238E27FC236}">
                  <a16:creationId xmlns:a16="http://schemas.microsoft.com/office/drawing/2014/main" id="{59485EC1-17D8-1BE7-9C22-BE55EC6CFD2C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13" name="그룹 5412">
            <a:extLst>
              <a:ext uri="{FF2B5EF4-FFF2-40B4-BE49-F238E27FC236}">
                <a16:creationId xmlns:a16="http://schemas.microsoft.com/office/drawing/2014/main" id="{B9855843-225A-82FD-C3FB-BE735D0C649B}"/>
              </a:ext>
            </a:extLst>
          </p:cNvPr>
          <p:cNvGrpSpPr/>
          <p:nvPr userDrawn="1"/>
        </p:nvGrpSpPr>
        <p:grpSpPr>
          <a:xfrm>
            <a:off x="2478794" y="2426597"/>
            <a:ext cx="2411573" cy="1462152"/>
            <a:chOff x="64655" y="965016"/>
            <a:chExt cx="2410383" cy="1462152"/>
          </a:xfrm>
        </p:grpSpPr>
        <p:sp>
          <p:nvSpPr>
            <p:cNvPr id="5414" name="사각형: 둥근 모서리 5413">
              <a:extLst>
                <a:ext uri="{FF2B5EF4-FFF2-40B4-BE49-F238E27FC236}">
                  <a16:creationId xmlns:a16="http://schemas.microsoft.com/office/drawing/2014/main" id="{EBE6410C-6EBB-4DA1-6208-71D262A1E3A0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15" name="TextBox 5414">
              <a:extLst>
                <a:ext uri="{FF2B5EF4-FFF2-40B4-BE49-F238E27FC236}">
                  <a16:creationId xmlns:a16="http://schemas.microsoft.com/office/drawing/2014/main" id="{08EBB2A8-BD06-F79E-EEFA-0BA2F9F4D112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04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16" name="TextBox 5415">
              <a:extLst>
                <a:ext uri="{FF2B5EF4-FFF2-40B4-BE49-F238E27FC236}">
                  <a16:creationId xmlns:a16="http://schemas.microsoft.com/office/drawing/2014/main" id="{23DF9469-8805-C4E7-7685-D2737825693E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417" name="직선 연결선 5416">
              <a:extLst>
                <a:ext uri="{FF2B5EF4-FFF2-40B4-BE49-F238E27FC236}">
                  <a16:creationId xmlns:a16="http://schemas.microsoft.com/office/drawing/2014/main" id="{54960321-61CF-2E52-BBF1-910B396B2157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18" name="그룹 5417">
              <a:extLst>
                <a:ext uri="{FF2B5EF4-FFF2-40B4-BE49-F238E27FC236}">
                  <a16:creationId xmlns:a16="http://schemas.microsoft.com/office/drawing/2014/main" id="{9F9751B0-2AE3-8698-0600-E91845417BA8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443" name="그림 5442">
                <a:extLst>
                  <a:ext uri="{FF2B5EF4-FFF2-40B4-BE49-F238E27FC236}">
                    <a16:creationId xmlns:a16="http://schemas.microsoft.com/office/drawing/2014/main" id="{3B03F149-2F0F-2D95-AAB5-6F53F293FA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4" name="그림 5443">
                <a:extLst>
                  <a:ext uri="{FF2B5EF4-FFF2-40B4-BE49-F238E27FC236}">
                    <a16:creationId xmlns:a16="http://schemas.microsoft.com/office/drawing/2014/main" id="{4D6488EA-69DA-462E-9B78-FA887E1B70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5" name="그림 5444">
                <a:extLst>
                  <a:ext uri="{FF2B5EF4-FFF2-40B4-BE49-F238E27FC236}">
                    <a16:creationId xmlns:a16="http://schemas.microsoft.com/office/drawing/2014/main" id="{817D3DCF-F8F5-A907-00FB-A82B73EAA6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6" name="그림 5445">
                <a:extLst>
                  <a:ext uri="{FF2B5EF4-FFF2-40B4-BE49-F238E27FC236}">
                    <a16:creationId xmlns:a16="http://schemas.microsoft.com/office/drawing/2014/main" id="{9EA62D19-1C85-385D-F4E8-359163944A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7" name="그림 5446">
                <a:extLst>
                  <a:ext uri="{FF2B5EF4-FFF2-40B4-BE49-F238E27FC236}">
                    <a16:creationId xmlns:a16="http://schemas.microsoft.com/office/drawing/2014/main" id="{39934DD4-206B-F847-2865-1D25944608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8" name="그림 5447">
                <a:extLst>
                  <a:ext uri="{FF2B5EF4-FFF2-40B4-BE49-F238E27FC236}">
                    <a16:creationId xmlns:a16="http://schemas.microsoft.com/office/drawing/2014/main" id="{2BA8C269-57B5-A2DC-4380-F975E9A1A4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419" name="TextBox 5418">
              <a:extLst>
                <a:ext uri="{FF2B5EF4-FFF2-40B4-BE49-F238E27FC236}">
                  <a16:creationId xmlns:a16="http://schemas.microsoft.com/office/drawing/2014/main" id="{30174275-A04A-C4A0-2A2F-F4744564BFD4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20" name="TextBox 5419">
              <a:extLst>
                <a:ext uri="{FF2B5EF4-FFF2-40B4-BE49-F238E27FC236}">
                  <a16:creationId xmlns:a16="http://schemas.microsoft.com/office/drawing/2014/main" id="{B7519D50-D9B8-C5DF-DF7E-B3A4BBF7F5C9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1" name="TextBox 5420">
              <a:extLst>
                <a:ext uri="{FF2B5EF4-FFF2-40B4-BE49-F238E27FC236}">
                  <a16:creationId xmlns:a16="http://schemas.microsoft.com/office/drawing/2014/main" id="{7976EEC0-8D94-5765-D57D-0DAE24D6D973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2" name="TextBox 5421">
              <a:extLst>
                <a:ext uri="{FF2B5EF4-FFF2-40B4-BE49-F238E27FC236}">
                  <a16:creationId xmlns:a16="http://schemas.microsoft.com/office/drawing/2014/main" id="{2F68ABB4-777B-2C12-9AD3-79DFF0B05962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3" name="TextBox 5422">
              <a:extLst>
                <a:ext uri="{FF2B5EF4-FFF2-40B4-BE49-F238E27FC236}">
                  <a16:creationId xmlns:a16="http://schemas.microsoft.com/office/drawing/2014/main" id="{5698A1BB-16BC-7F9D-B6FF-FF51D9F3BD48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4" name="TextBox 5423">
              <a:extLst>
                <a:ext uri="{FF2B5EF4-FFF2-40B4-BE49-F238E27FC236}">
                  <a16:creationId xmlns:a16="http://schemas.microsoft.com/office/drawing/2014/main" id="{EB033CAC-FB0C-39CF-0DCB-D007D92EDC65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5" name="TextBox 5424">
              <a:extLst>
                <a:ext uri="{FF2B5EF4-FFF2-40B4-BE49-F238E27FC236}">
                  <a16:creationId xmlns:a16="http://schemas.microsoft.com/office/drawing/2014/main" id="{7C02B2C0-A8E5-C9E2-F057-D61A197C10A7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6" name="TextBox 5425">
              <a:extLst>
                <a:ext uri="{FF2B5EF4-FFF2-40B4-BE49-F238E27FC236}">
                  <a16:creationId xmlns:a16="http://schemas.microsoft.com/office/drawing/2014/main" id="{D98D12F9-6C4A-8828-38EF-8C132EA1B4BB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7" name="TextBox 5426">
              <a:extLst>
                <a:ext uri="{FF2B5EF4-FFF2-40B4-BE49-F238E27FC236}">
                  <a16:creationId xmlns:a16="http://schemas.microsoft.com/office/drawing/2014/main" id="{5B3D98F7-6CB2-2FA0-4E6A-78D6224515D3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8" name="TextBox 5427">
              <a:extLst>
                <a:ext uri="{FF2B5EF4-FFF2-40B4-BE49-F238E27FC236}">
                  <a16:creationId xmlns:a16="http://schemas.microsoft.com/office/drawing/2014/main" id="{AE728A74-5711-21C5-027F-765AAD8E372B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9" name="TextBox 5428">
              <a:extLst>
                <a:ext uri="{FF2B5EF4-FFF2-40B4-BE49-F238E27FC236}">
                  <a16:creationId xmlns:a16="http://schemas.microsoft.com/office/drawing/2014/main" id="{B9137ADF-5252-CE6C-9C9A-D11EDA8A328A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30" name="TextBox 5429">
              <a:extLst>
                <a:ext uri="{FF2B5EF4-FFF2-40B4-BE49-F238E27FC236}">
                  <a16:creationId xmlns:a16="http://schemas.microsoft.com/office/drawing/2014/main" id="{450A0024-B9EC-4251-0975-203AA01C6E01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31" name="TextBox 5430">
              <a:extLst>
                <a:ext uri="{FF2B5EF4-FFF2-40B4-BE49-F238E27FC236}">
                  <a16:creationId xmlns:a16="http://schemas.microsoft.com/office/drawing/2014/main" id="{B6D6ACA1-4A6E-0731-A498-9F12AC295D64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432" name="직선 연결선 5431">
              <a:extLst>
                <a:ext uri="{FF2B5EF4-FFF2-40B4-BE49-F238E27FC236}">
                  <a16:creationId xmlns:a16="http://schemas.microsoft.com/office/drawing/2014/main" id="{9887F46A-DEB4-1516-CDD4-5B1D203037F2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3" name="직선 연결선 5432">
              <a:extLst>
                <a:ext uri="{FF2B5EF4-FFF2-40B4-BE49-F238E27FC236}">
                  <a16:creationId xmlns:a16="http://schemas.microsoft.com/office/drawing/2014/main" id="{9843828D-AB77-3F12-475C-11AC5723739E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34" name="그래픽 5433" descr="벨소리 단색으로 채워진">
              <a:extLst>
                <a:ext uri="{FF2B5EF4-FFF2-40B4-BE49-F238E27FC236}">
                  <a16:creationId xmlns:a16="http://schemas.microsoft.com/office/drawing/2014/main" id="{8D3A4087-1109-952C-B71A-0B306A326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435" name="직선 연결선 5434">
              <a:extLst>
                <a:ext uri="{FF2B5EF4-FFF2-40B4-BE49-F238E27FC236}">
                  <a16:creationId xmlns:a16="http://schemas.microsoft.com/office/drawing/2014/main" id="{C427E9B1-D64A-5B51-A11C-3A50F40473CD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36" name="TextBox 5435">
              <a:extLst>
                <a:ext uri="{FF2B5EF4-FFF2-40B4-BE49-F238E27FC236}">
                  <a16:creationId xmlns:a16="http://schemas.microsoft.com/office/drawing/2014/main" id="{A29FEE82-1763-8741-1B19-B90E781B0F12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437" name="그룹 5436">
              <a:extLst>
                <a:ext uri="{FF2B5EF4-FFF2-40B4-BE49-F238E27FC236}">
                  <a16:creationId xmlns:a16="http://schemas.microsoft.com/office/drawing/2014/main" id="{30142FD9-08FD-3E36-474E-D8D93625FBB5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441" name="그림 5440">
                <a:extLst>
                  <a:ext uri="{FF2B5EF4-FFF2-40B4-BE49-F238E27FC236}">
                    <a16:creationId xmlns:a16="http://schemas.microsoft.com/office/drawing/2014/main" id="{4E408599-6F70-2F6B-74E7-9B4A91247F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442" name="그림 5441">
                <a:extLst>
                  <a:ext uri="{FF2B5EF4-FFF2-40B4-BE49-F238E27FC236}">
                    <a16:creationId xmlns:a16="http://schemas.microsoft.com/office/drawing/2014/main" id="{6B17F798-19CD-12E7-9A67-74270C8863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438" name="직사각형 5437">
              <a:extLst>
                <a:ext uri="{FF2B5EF4-FFF2-40B4-BE49-F238E27FC236}">
                  <a16:creationId xmlns:a16="http://schemas.microsoft.com/office/drawing/2014/main" id="{2985644A-5607-DBD4-24D8-8685E2160D93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9" name="TextBox 5438">
              <a:extLst>
                <a:ext uri="{FF2B5EF4-FFF2-40B4-BE49-F238E27FC236}">
                  <a16:creationId xmlns:a16="http://schemas.microsoft.com/office/drawing/2014/main" id="{E190E6CE-F9D6-D6D0-4D30-EE6F49DAAD74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440" name="직사각형 5439">
              <a:extLst>
                <a:ext uri="{FF2B5EF4-FFF2-40B4-BE49-F238E27FC236}">
                  <a16:creationId xmlns:a16="http://schemas.microsoft.com/office/drawing/2014/main" id="{B18E7489-0197-D770-50CF-68B9826BC002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49" name="그룹 5448">
            <a:extLst>
              <a:ext uri="{FF2B5EF4-FFF2-40B4-BE49-F238E27FC236}">
                <a16:creationId xmlns:a16="http://schemas.microsoft.com/office/drawing/2014/main" id="{87EA706F-AAA9-8A53-02DE-C60266E6C8E8}"/>
              </a:ext>
            </a:extLst>
          </p:cNvPr>
          <p:cNvGrpSpPr/>
          <p:nvPr userDrawn="1"/>
        </p:nvGrpSpPr>
        <p:grpSpPr>
          <a:xfrm>
            <a:off x="4890552" y="2426597"/>
            <a:ext cx="2411573" cy="1462152"/>
            <a:chOff x="64655" y="965016"/>
            <a:chExt cx="2410383" cy="1462152"/>
          </a:xfrm>
        </p:grpSpPr>
        <p:sp>
          <p:nvSpPr>
            <p:cNvPr id="5450" name="사각형: 둥근 모서리 5449">
              <a:extLst>
                <a:ext uri="{FF2B5EF4-FFF2-40B4-BE49-F238E27FC236}">
                  <a16:creationId xmlns:a16="http://schemas.microsoft.com/office/drawing/2014/main" id="{45014DFB-681B-F4F2-C6A5-813E2BF1593C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51" name="TextBox 5450">
              <a:extLst>
                <a:ext uri="{FF2B5EF4-FFF2-40B4-BE49-F238E27FC236}">
                  <a16:creationId xmlns:a16="http://schemas.microsoft.com/office/drawing/2014/main" id="{9A65997F-7FFC-C166-07E9-E44FB473BC7A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06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52" name="TextBox 5451">
              <a:extLst>
                <a:ext uri="{FF2B5EF4-FFF2-40B4-BE49-F238E27FC236}">
                  <a16:creationId xmlns:a16="http://schemas.microsoft.com/office/drawing/2014/main" id="{25DE9679-F657-1A50-E0EF-88985B5DDA0B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453" name="직선 연결선 5452">
              <a:extLst>
                <a:ext uri="{FF2B5EF4-FFF2-40B4-BE49-F238E27FC236}">
                  <a16:creationId xmlns:a16="http://schemas.microsoft.com/office/drawing/2014/main" id="{E34A4103-D769-7BBE-CCF1-3EED740BF81A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54" name="그룹 5453">
              <a:extLst>
                <a:ext uri="{FF2B5EF4-FFF2-40B4-BE49-F238E27FC236}">
                  <a16:creationId xmlns:a16="http://schemas.microsoft.com/office/drawing/2014/main" id="{8B7FD6CA-C752-DC46-41F8-50CB063AEA78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479" name="그림 5478">
                <a:extLst>
                  <a:ext uri="{FF2B5EF4-FFF2-40B4-BE49-F238E27FC236}">
                    <a16:creationId xmlns:a16="http://schemas.microsoft.com/office/drawing/2014/main" id="{7CF70782-DF15-D537-6856-B60422771E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0" name="그림 5479">
                <a:extLst>
                  <a:ext uri="{FF2B5EF4-FFF2-40B4-BE49-F238E27FC236}">
                    <a16:creationId xmlns:a16="http://schemas.microsoft.com/office/drawing/2014/main" id="{2E306D14-2369-DAAB-4636-88E7B32E47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1" name="그림 5480">
                <a:extLst>
                  <a:ext uri="{FF2B5EF4-FFF2-40B4-BE49-F238E27FC236}">
                    <a16:creationId xmlns:a16="http://schemas.microsoft.com/office/drawing/2014/main" id="{7D4B1202-FCF6-EF3D-8B69-086DF795C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2" name="그림 5481">
                <a:extLst>
                  <a:ext uri="{FF2B5EF4-FFF2-40B4-BE49-F238E27FC236}">
                    <a16:creationId xmlns:a16="http://schemas.microsoft.com/office/drawing/2014/main" id="{DC4E05CB-1D5E-940F-FB82-49950DF1B8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3" name="그림 5482">
                <a:extLst>
                  <a:ext uri="{FF2B5EF4-FFF2-40B4-BE49-F238E27FC236}">
                    <a16:creationId xmlns:a16="http://schemas.microsoft.com/office/drawing/2014/main" id="{16E0FCEB-9DDB-7135-1CB8-2F55A4978C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4" name="그림 5483">
                <a:extLst>
                  <a:ext uri="{FF2B5EF4-FFF2-40B4-BE49-F238E27FC236}">
                    <a16:creationId xmlns:a16="http://schemas.microsoft.com/office/drawing/2014/main" id="{D54279F3-43E1-A1DF-4120-B9D8B3562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455" name="TextBox 5454">
              <a:extLst>
                <a:ext uri="{FF2B5EF4-FFF2-40B4-BE49-F238E27FC236}">
                  <a16:creationId xmlns:a16="http://schemas.microsoft.com/office/drawing/2014/main" id="{5BABFD4E-5F91-3380-612E-DC8E5AD27733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56" name="TextBox 5455">
              <a:extLst>
                <a:ext uri="{FF2B5EF4-FFF2-40B4-BE49-F238E27FC236}">
                  <a16:creationId xmlns:a16="http://schemas.microsoft.com/office/drawing/2014/main" id="{1204658C-9D33-A000-23B9-569B1CF1B402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57" name="TextBox 5456">
              <a:extLst>
                <a:ext uri="{FF2B5EF4-FFF2-40B4-BE49-F238E27FC236}">
                  <a16:creationId xmlns:a16="http://schemas.microsoft.com/office/drawing/2014/main" id="{7B626DDB-84D1-BB61-4E67-3B135A0E0668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58" name="TextBox 5457">
              <a:extLst>
                <a:ext uri="{FF2B5EF4-FFF2-40B4-BE49-F238E27FC236}">
                  <a16:creationId xmlns:a16="http://schemas.microsoft.com/office/drawing/2014/main" id="{B6038C9D-B95E-E409-77DB-20DF30CD54FF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59" name="TextBox 5458">
              <a:extLst>
                <a:ext uri="{FF2B5EF4-FFF2-40B4-BE49-F238E27FC236}">
                  <a16:creationId xmlns:a16="http://schemas.microsoft.com/office/drawing/2014/main" id="{A16D93F3-24F4-3C9D-5C45-36162054E59A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0" name="TextBox 5459">
              <a:extLst>
                <a:ext uri="{FF2B5EF4-FFF2-40B4-BE49-F238E27FC236}">
                  <a16:creationId xmlns:a16="http://schemas.microsoft.com/office/drawing/2014/main" id="{863EA6BC-4AAE-C4C7-8D6E-6FDD7C00B941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1" name="TextBox 5460">
              <a:extLst>
                <a:ext uri="{FF2B5EF4-FFF2-40B4-BE49-F238E27FC236}">
                  <a16:creationId xmlns:a16="http://schemas.microsoft.com/office/drawing/2014/main" id="{C1684BA3-25EA-AFD0-AC1E-BEC136DE193B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2" name="TextBox 5461">
              <a:extLst>
                <a:ext uri="{FF2B5EF4-FFF2-40B4-BE49-F238E27FC236}">
                  <a16:creationId xmlns:a16="http://schemas.microsoft.com/office/drawing/2014/main" id="{7248FD39-8E89-9CB4-EDDB-4E3681D35095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3" name="TextBox 5462">
              <a:extLst>
                <a:ext uri="{FF2B5EF4-FFF2-40B4-BE49-F238E27FC236}">
                  <a16:creationId xmlns:a16="http://schemas.microsoft.com/office/drawing/2014/main" id="{A5B13279-4020-47A8-ADEE-64CDDCCED143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4" name="TextBox 5463">
              <a:extLst>
                <a:ext uri="{FF2B5EF4-FFF2-40B4-BE49-F238E27FC236}">
                  <a16:creationId xmlns:a16="http://schemas.microsoft.com/office/drawing/2014/main" id="{6A1AF3F3-990D-170A-D7AC-DB8402F03431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5" name="TextBox 5464">
              <a:extLst>
                <a:ext uri="{FF2B5EF4-FFF2-40B4-BE49-F238E27FC236}">
                  <a16:creationId xmlns:a16="http://schemas.microsoft.com/office/drawing/2014/main" id="{5544460E-A9FE-4E55-292A-AD4246DA511D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6" name="TextBox 5465">
              <a:extLst>
                <a:ext uri="{FF2B5EF4-FFF2-40B4-BE49-F238E27FC236}">
                  <a16:creationId xmlns:a16="http://schemas.microsoft.com/office/drawing/2014/main" id="{84D3C3ED-33D0-5A39-8FF4-67E62F4EFC42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7" name="TextBox 5466">
              <a:extLst>
                <a:ext uri="{FF2B5EF4-FFF2-40B4-BE49-F238E27FC236}">
                  <a16:creationId xmlns:a16="http://schemas.microsoft.com/office/drawing/2014/main" id="{67E36544-69EA-706A-F061-B284421C1110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468" name="직선 연결선 5467">
              <a:extLst>
                <a:ext uri="{FF2B5EF4-FFF2-40B4-BE49-F238E27FC236}">
                  <a16:creationId xmlns:a16="http://schemas.microsoft.com/office/drawing/2014/main" id="{1A5016F5-9D7A-2EB0-E6FD-99908CB2775F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9" name="직선 연결선 5468">
              <a:extLst>
                <a:ext uri="{FF2B5EF4-FFF2-40B4-BE49-F238E27FC236}">
                  <a16:creationId xmlns:a16="http://schemas.microsoft.com/office/drawing/2014/main" id="{7D99E34A-B27B-7122-51E5-89C65B8AEDE0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70" name="그래픽 5469" descr="벨소리 단색으로 채워진">
              <a:extLst>
                <a:ext uri="{FF2B5EF4-FFF2-40B4-BE49-F238E27FC236}">
                  <a16:creationId xmlns:a16="http://schemas.microsoft.com/office/drawing/2014/main" id="{DB88784F-24E6-B415-A49A-6FC208470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471" name="직선 연결선 5470">
              <a:extLst>
                <a:ext uri="{FF2B5EF4-FFF2-40B4-BE49-F238E27FC236}">
                  <a16:creationId xmlns:a16="http://schemas.microsoft.com/office/drawing/2014/main" id="{8BFD471E-914A-576A-DDDF-5BC04E31B962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72" name="TextBox 5471">
              <a:extLst>
                <a:ext uri="{FF2B5EF4-FFF2-40B4-BE49-F238E27FC236}">
                  <a16:creationId xmlns:a16="http://schemas.microsoft.com/office/drawing/2014/main" id="{4A1DA151-3DE4-48C4-A74E-09FDA64F3080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473" name="그룹 5472">
              <a:extLst>
                <a:ext uri="{FF2B5EF4-FFF2-40B4-BE49-F238E27FC236}">
                  <a16:creationId xmlns:a16="http://schemas.microsoft.com/office/drawing/2014/main" id="{8084758E-6770-8290-4420-2BB210A2FB89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477" name="그림 5476">
                <a:extLst>
                  <a:ext uri="{FF2B5EF4-FFF2-40B4-BE49-F238E27FC236}">
                    <a16:creationId xmlns:a16="http://schemas.microsoft.com/office/drawing/2014/main" id="{7DB0460B-2AA3-C889-B83B-1BC7FA10D7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478" name="그림 5477">
                <a:extLst>
                  <a:ext uri="{FF2B5EF4-FFF2-40B4-BE49-F238E27FC236}">
                    <a16:creationId xmlns:a16="http://schemas.microsoft.com/office/drawing/2014/main" id="{A2D16825-F823-0881-C59B-23171AB091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474" name="직사각형 5473">
              <a:extLst>
                <a:ext uri="{FF2B5EF4-FFF2-40B4-BE49-F238E27FC236}">
                  <a16:creationId xmlns:a16="http://schemas.microsoft.com/office/drawing/2014/main" id="{C9A90D81-2F62-D721-5DDC-72F54F762A0F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5" name="TextBox 5474">
              <a:extLst>
                <a:ext uri="{FF2B5EF4-FFF2-40B4-BE49-F238E27FC236}">
                  <a16:creationId xmlns:a16="http://schemas.microsoft.com/office/drawing/2014/main" id="{A2621AAC-2C8D-E812-CF6F-B333E7A8F95C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476" name="직사각형 5475">
              <a:extLst>
                <a:ext uri="{FF2B5EF4-FFF2-40B4-BE49-F238E27FC236}">
                  <a16:creationId xmlns:a16="http://schemas.microsoft.com/office/drawing/2014/main" id="{E1B71564-A003-CBB0-18D0-FAB6F2A6440B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85" name="그룹 5484">
            <a:extLst>
              <a:ext uri="{FF2B5EF4-FFF2-40B4-BE49-F238E27FC236}">
                <a16:creationId xmlns:a16="http://schemas.microsoft.com/office/drawing/2014/main" id="{128635C9-ED24-9070-6E04-77C71C5AF1D8}"/>
              </a:ext>
            </a:extLst>
          </p:cNvPr>
          <p:cNvGrpSpPr/>
          <p:nvPr userDrawn="1"/>
        </p:nvGrpSpPr>
        <p:grpSpPr>
          <a:xfrm>
            <a:off x="7302823" y="2426597"/>
            <a:ext cx="2411573" cy="1462152"/>
            <a:chOff x="64655" y="965016"/>
            <a:chExt cx="2410383" cy="1462152"/>
          </a:xfrm>
        </p:grpSpPr>
        <p:sp>
          <p:nvSpPr>
            <p:cNvPr id="5486" name="사각형: 둥근 모서리 5485">
              <a:extLst>
                <a:ext uri="{FF2B5EF4-FFF2-40B4-BE49-F238E27FC236}">
                  <a16:creationId xmlns:a16="http://schemas.microsoft.com/office/drawing/2014/main" id="{4ED56D03-441E-3416-5719-E414E5C95DA9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87" name="TextBox 5486">
              <a:extLst>
                <a:ext uri="{FF2B5EF4-FFF2-40B4-BE49-F238E27FC236}">
                  <a16:creationId xmlns:a16="http://schemas.microsoft.com/office/drawing/2014/main" id="{4BC052DB-5CE6-8B0E-273E-BE0E855C1668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08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88" name="TextBox 5487">
              <a:extLst>
                <a:ext uri="{FF2B5EF4-FFF2-40B4-BE49-F238E27FC236}">
                  <a16:creationId xmlns:a16="http://schemas.microsoft.com/office/drawing/2014/main" id="{DF820EDF-BE59-D78C-A4ED-0287343B0186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489" name="직선 연결선 5488">
              <a:extLst>
                <a:ext uri="{FF2B5EF4-FFF2-40B4-BE49-F238E27FC236}">
                  <a16:creationId xmlns:a16="http://schemas.microsoft.com/office/drawing/2014/main" id="{7B3927B8-BDC1-359B-3B64-25239254E62E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90" name="그룹 5489">
              <a:extLst>
                <a:ext uri="{FF2B5EF4-FFF2-40B4-BE49-F238E27FC236}">
                  <a16:creationId xmlns:a16="http://schemas.microsoft.com/office/drawing/2014/main" id="{A38E1E53-5E02-D1EB-4E9A-0F426FFBCF1A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515" name="그림 5514">
                <a:extLst>
                  <a:ext uri="{FF2B5EF4-FFF2-40B4-BE49-F238E27FC236}">
                    <a16:creationId xmlns:a16="http://schemas.microsoft.com/office/drawing/2014/main" id="{16F3C8F7-FAD4-C3F0-2C3A-CC464E8964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16" name="그림 5515">
                <a:extLst>
                  <a:ext uri="{FF2B5EF4-FFF2-40B4-BE49-F238E27FC236}">
                    <a16:creationId xmlns:a16="http://schemas.microsoft.com/office/drawing/2014/main" id="{3C75A86B-540D-4C17-CEFB-D4C311A1F9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17" name="그림 5516">
                <a:extLst>
                  <a:ext uri="{FF2B5EF4-FFF2-40B4-BE49-F238E27FC236}">
                    <a16:creationId xmlns:a16="http://schemas.microsoft.com/office/drawing/2014/main" id="{1EEAA9EE-935E-ACEE-405D-1B459B3B28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18" name="그림 5517">
                <a:extLst>
                  <a:ext uri="{FF2B5EF4-FFF2-40B4-BE49-F238E27FC236}">
                    <a16:creationId xmlns:a16="http://schemas.microsoft.com/office/drawing/2014/main" id="{C7B0F92F-5523-472B-6088-F30E2C78FA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19" name="그림 5518">
                <a:extLst>
                  <a:ext uri="{FF2B5EF4-FFF2-40B4-BE49-F238E27FC236}">
                    <a16:creationId xmlns:a16="http://schemas.microsoft.com/office/drawing/2014/main" id="{FD946A5C-B3D3-AE36-C367-998BB9E349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20" name="그림 5519">
                <a:extLst>
                  <a:ext uri="{FF2B5EF4-FFF2-40B4-BE49-F238E27FC236}">
                    <a16:creationId xmlns:a16="http://schemas.microsoft.com/office/drawing/2014/main" id="{FD804794-3760-7754-70D9-C242B93F9A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491" name="TextBox 5490">
              <a:extLst>
                <a:ext uri="{FF2B5EF4-FFF2-40B4-BE49-F238E27FC236}">
                  <a16:creationId xmlns:a16="http://schemas.microsoft.com/office/drawing/2014/main" id="{E3436D58-4621-E655-1644-C4EE5DD2C7A9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92" name="TextBox 5491">
              <a:extLst>
                <a:ext uri="{FF2B5EF4-FFF2-40B4-BE49-F238E27FC236}">
                  <a16:creationId xmlns:a16="http://schemas.microsoft.com/office/drawing/2014/main" id="{19A6F235-E112-4B72-844A-D2B2A2FA8A6B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3" name="TextBox 5492">
              <a:extLst>
                <a:ext uri="{FF2B5EF4-FFF2-40B4-BE49-F238E27FC236}">
                  <a16:creationId xmlns:a16="http://schemas.microsoft.com/office/drawing/2014/main" id="{CFB082B4-02F3-EE34-CEF7-0E501111F94B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4" name="TextBox 5493">
              <a:extLst>
                <a:ext uri="{FF2B5EF4-FFF2-40B4-BE49-F238E27FC236}">
                  <a16:creationId xmlns:a16="http://schemas.microsoft.com/office/drawing/2014/main" id="{67092EF7-E66E-B26B-05F0-0C578B368390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5" name="TextBox 5494">
              <a:extLst>
                <a:ext uri="{FF2B5EF4-FFF2-40B4-BE49-F238E27FC236}">
                  <a16:creationId xmlns:a16="http://schemas.microsoft.com/office/drawing/2014/main" id="{3ED21C79-2C71-1F8A-58EB-5A2DCD85AF8D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6" name="TextBox 5495">
              <a:extLst>
                <a:ext uri="{FF2B5EF4-FFF2-40B4-BE49-F238E27FC236}">
                  <a16:creationId xmlns:a16="http://schemas.microsoft.com/office/drawing/2014/main" id="{63EE4871-C344-BF53-F0A2-C862AC7F49E3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7" name="TextBox 5496">
              <a:extLst>
                <a:ext uri="{FF2B5EF4-FFF2-40B4-BE49-F238E27FC236}">
                  <a16:creationId xmlns:a16="http://schemas.microsoft.com/office/drawing/2014/main" id="{1F144C4C-682B-3F89-8BCA-3BA428995636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8" name="TextBox 5497">
              <a:extLst>
                <a:ext uri="{FF2B5EF4-FFF2-40B4-BE49-F238E27FC236}">
                  <a16:creationId xmlns:a16="http://schemas.microsoft.com/office/drawing/2014/main" id="{105706F7-1663-66C2-F502-35873C452349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9" name="TextBox 5498">
              <a:extLst>
                <a:ext uri="{FF2B5EF4-FFF2-40B4-BE49-F238E27FC236}">
                  <a16:creationId xmlns:a16="http://schemas.microsoft.com/office/drawing/2014/main" id="{45D53D10-8F29-7A21-DFF4-775FC9FFC226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500" name="TextBox 5499">
              <a:extLst>
                <a:ext uri="{FF2B5EF4-FFF2-40B4-BE49-F238E27FC236}">
                  <a16:creationId xmlns:a16="http://schemas.microsoft.com/office/drawing/2014/main" id="{803678FB-46EE-CE37-C8A7-B4F6CF67395B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501" name="TextBox 5500">
              <a:extLst>
                <a:ext uri="{FF2B5EF4-FFF2-40B4-BE49-F238E27FC236}">
                  <a16:creationId xmlns:a16="http://schemas.microsoft.com/office/drawing/2014/main" id="{61CBF265-5611-DBF1-C965-896D024B8BC5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502" name="TextBox 5501">
              <a:extLst>
                <a:ext uri="{FF2B5EF4-FFF2-40B4-BE49-F238E27FC236}">
                  <a16:creationId xmlns:a16="http://schemas.microsoft.com/office/drawing/2014/main" id="{EA37BCF5-0B78-5A49-22B1-2A0032D03747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503" name="TextBox 5502">
              <a:extLst>
                <a:ext uri="{FF2B5EF4-FFF2-40B4-BE49-F238E27FC236}">
                  <a16:creationId xmlns:a16="http://schemas.microsoft.com/office/drawing/2014/main" id="{76B6382F-7428-6EDE-4AB3-ABC915A6F5F8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504" name="직선 연결선 5503">
              <a:extLst>
                <a:ext uri="{FF2B5EF4-FFF2-40B4-BE49-F238E27FC236}">
                  <a16:creationId xmlns:a16="http://schemas.microsoft.com/office/drawing/2014/main" id="{FF500956-3BAB-5488-47E7-FF873076F822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5" name="직선 연결선 5504">
              <a:extLst>
                <a:ext uri="{FF2B5EF4-FFF2-40B4-BE49-F238E27FC236}">
                  <a16:creationId xmlns:a16="http://schemas.microsoft.com/office/drawing/2014/main" id="{B4CD8C06-6EAB-DADF-307E-978236CD82B7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06" name="그래픽 5505" descr="벨소리 단색으로 채워진">
              <a:extLst>
                <a:ext uri="{FF2B5EF4-FFF2-40B4-BE49-F238E27FC236}">
                  <a16:creationId xmlns:a16="http://schemas.microsoft.com/office/drawing/2014/main" id="{2FD25208-C9DA-9DE0-1BDE-A9A0C84BE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507" name="직선 연결선 5506">
              <a:extLst>
                <a:ext uri="{FF2B5EF4-FFF2-40B4-BE49-F238E27FC236}">
                  <a16:creationId xmlns:a16="http://schemas.microsoft.com/office/drawing/2014/main" id="{7234187F-3588-FBA1-828D-1254BB7D63D2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08" name="TextBox 5507">
              <a:extLst>
                <a:ext uri="{FF2B5EF4-FFF2-40B4-BE49-F238E27FC236}">
                  <a16:creationId xmlns:a16="http://schemas.microsoft.com/office/drawing/2014/main" id="{CF993F64-AA35-852E-4064-64FBA2ECBCC6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509" name="그룹 5508">
              <a:extLst>
                <a:ext uri="{FF2B5EF4-FFF2-40B4-BE49-F238E27FC236}">
                  <a16:creationId xmlns:a16="http://schemas.microsoft.com/office/drawing/2014/main" id="{CB8FCEFC-08E7-0702-97BC-93FABE3B93AC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513" name="그림 5512">
                <a:extLst>
                  <a:ext uri="{FF2B5EF4-FFF2-40B4-BE49-F238E27FC236}">
                    <a16:creationId xmlns:a16="http://schemas.microsoft.com/office/drawing/2014/main" id="{42169D31-10D6-EE78-AF5B-7B5114E608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514" name="그림 5513">
                <a:extLst>
                  <a:ext uri="{FF2B5EF4-FFF2-40B4-BE49-F238E27FC236}">
                    <a16:creationId xmlns:a16="http://schemas.microsoft.com/office/drawing/2014/main" id="{53257F6C-07C6-595A-6FC2-1FBC38514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510" name="직사각형 5509">
              <a:extLst>
                <a:ext uri="{FF2B5EF4-FFF2-40B4-BE49-F238E27FC236}">
                  <a16:creationId xmlns:a16="http://schemas.microsoft.com/office/drawing/2014/main" id="{40DEB9D2-F44C-C959-C1D4-A9D8E9CC4FF4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1" name="TextBox 5510">
              <a:extLst>
                <a:ext uri="{FF2B5EF4-FFF2-40B4-BE49-F238E27FC236}">
                  <a16:creationId xmlns:a16="http://schemas.microsoft.com/office/drawing/2014/main" id="{2EDB1FE8-0C33-8D32-57CA-27A9ACE8FA0A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512" name="직사각형 5511">
              <a:extLst>
                <a:ext uri="{FF2B5EF4-FFF2-40B4-BE49-F238E27FC236}">
                  <a16:creationId xmlns:a16="http://schemas.microsoft.com/office/drawing/2014/main" id="{577B0B5B-FB1B-DF9D-09FA-0AF43155AD85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521" name="그룹 5520">
            <a:extLst>
              <a:ext uri="{FF2B5EF4-FFF2-40B4-BE49-F238E27FC236}">
                <a16:creationId xmlns:a16="http://schemas.microsoft.com/office/drawing/2014/main" id="{D773D626-FD0C-A051-871F-0AA2D0B4BE34}"/>
              </a:ext>
            </a:extLst>
          </p:cNvPr>
          <p:cNvGrpSpPr/>
          <p:nvPr userDrawn="1"/>
        </p:nvGrpSpPr>
        <p:grpSpPr>
          <a:xfrm>
            <a:off x="64654" y="3889374"/>
            <a:ext cx="2576945" cy="178779"/>
            <a:chOff x="217054" y="2581810"/>
            <a:chExt cx="2576945" cy="178779"/>
          </a:xfrm>
        </p:grpSpPr>
        <p:sp>
          <p:nvSpPr>
            <p:cNvPr id="5522" name="사각형: 둥근 모서리 5521">
              <a:extLst>
                <a:ext uri="{FF2B5EF4-FFF2-40B4-BE49-F238E27FC236}">
                  <a16:creationId xmlns:a16="http://schemas.microsoft.com/office/drawing/2014/main" id="{7B27D0C6-D70F-9073-2E22-A145621122AF}"/>
                </a:ext>
              </a:extLst>
            </p:cNvPr>
            <p:cNvSpPr/>
            <p:nvPr/>
          </p:nvSpPr>
          <p:spPr>
            <a:xfrm>
              <a:off x="217054" y="2581810"/>
              <a:ext cx="2576945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523" name="TextBox 5522">
              <a:extLst>
                <a:ext uri="{FF2B5EF4-FFF2-40B4-BE49-F238E27FC236}">
                  <a16:creationId xmlns:a16="http://schemas.microsoft.com/office/drawing/2014/main" id="{6DE20FF9-C8E4-1A14-E53C-AF4AB99DD131}"/>
                </a:ext>
              </a:extLst>
            </p:cNvPr>
            <p:cNvSpPr txBox="1"/>
            <p:nvPr/>
          </p:nvSpPr>
          <p:spPr>
            <a:xfrm>
              <a:off x="291974" y="2601950"/>
              <a:ext cx="54911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01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</p:grpSp>
      <p:sp>
        <p:nvSpPr>
          <p:cNvPr id="5525" name="직사각형 5524">
            <a:extLst>
              <a:ext uri="{FF2B5EF4-FFF2-40B4-BE49-F238E27FC236}">
                <a16:creationId xmlns:a16="http://schemas.microsoft.com/office/drawing/2014/main" id="{B6154313-810D-63DE-6D7D-81CB0A8D8A68}"/>
              </a:ext>
            </a:extLst>
          </p:cNvPr>
          <p:cNvSpPr/>
          <p:nvPr userDrawn="1"/>
        </p:nvSpPr>
        <p:spPr>
          <a:xfrm>
            <a:off x="64655" y="3889374"/>
            <a:ext cx="9649742" cy="17859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526" name="그룹 5525">
            <a:extLst>
              <a:ext uri="{FF2B5EF4-FFF2-40B4-BE49-F238E27FC236}">
                <a16:creationId xmlns:a16="http://schemas.microsoft.com/office/drawing/2014/main" id="{BF55F19E-1ABB-F015-7F84-A7C942073BFE}"/>
              </a:ext>
            </a:extLst>
          </p:cNvPr>
          <p:cNvGrpSpPr/>
          <p:nvPr userDrawn="1"/>
        </p:nvGrpSpPr>
        <p:grpSpPr>
          <a:xfrm>
            <a:off x="2693227" y="3932254"/>
            <a:ext cx="367198" cy="92835"/>
            <a:chOff x="2978458" y="3941779"/>
            <a:chExt cx="367198" cy="92835"/>
          </a:xfrm>
        </p:grpSpPr>
        <p:sp>
          <p:nvSpPr>
            <p:cNvPr id="5527" name="TextBox 5526">
              <a:extLst>
                <a:ext uri="{FF2B5EF4-FFF2-40B4-BE49-F238E27FC236}">
                  <a16:creationId xmlns:a16="http://schemas.microsoft.com/office/drawing/2014/main" id="{72A227E7-7870-7BF5-4D3D-A9A1A9D903E9}"/>
                </a:ext>
              </a:extLst>
            </p:cNvPr>
            <p:cNvSpPr txBox="1"/>
            <p:nvPr/>
          </p:nvSpPr>
          <p:spPr>
            <a:xfrm>
              <a:off x="3091711" y="3942030"/>
              <a:ext cx="2539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altLang="ko-KR" sz="6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Search</a:t>
              </a:r>
              <a:endParaRPr lang="ko-KR" altLang="en-US" sz="6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pic>
          <p:nvPicPr>
            <p:cNvPr id="5528" name="그래픽 5527" descr="돋보기 단색으로 채워진">
              <a:extLst>
                <a:ext uri="{FF2B5EF4-FFF2-40B4-BE49-F238E27FC236}">
                  <a16:creationId xmlns:a16="http://schemas.microsoft.com/office/drawing/2014/main" id="{4E0376D9-2968-2BFC-0DB3-26A53F6DF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978458" y="3941779"/>
              <a:ext cx="92835" cy="92835"/>
            </a:xfrm>
            <a:prstGeom prst="rect">
              <a:avLst/>
            </a:prstGeom>
          </p:spPr>
        </p:pic>
      </p:grpSp>
      <p:pic>
        <p:nvPicPr>
          <p:cNvPr id="5529" name="그림 5528">
            <a:extLst>
              <a:ext uri="{FF2B5EF4-FFF2-40B4-BE49-F238E27FC236}">
                <a16:creationId xmlns:a16="http://schemas.microsoft.com/office/drawing/2014/main" id="{30779585-5524-E894-177A-D6AEE294A649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21045" y="3924671"/>
            <a:ext cx="113684" cy="108000"/>
          </a:xfrm>
          <a:prstGeom prst="rect">
            <a:avLst/>
          </a:prstGeom>
        </p:spPr>
      </p:pic>
      <p:pic>
        <p:nvPicPr>
          <p:cNvPr id="5530" name="그림 5529">
            <a:extLst>
              <a:ext uri="{FF2B5EF4-FFF2-40B4-BE49-F238E27FC236}">
                <a16:creationId xmlns:a16="http://schemas.microsoft.com/office/drawing/2014/main" id="{30165478-53E2-FDB1-AA2D-9B7416B734D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14386" t="13660" r="14386" b="13660"/>
          <a:stretch/>
        </p:blipFill>
        <p:spPr>
          <a:xfrm>
            <a:off x="9188956" y="3924671"/>
            <a:ext cx="105843" cy="108000"/>
          </a:xfrm>
          <a:prstGeom prst="rect">
            <a:avLst/>
          </a:prstGeom>
        </p:spPr>
      </p:pic>
      <p:pic>
        <p:nvPicPr>
          <p:cNvPr id="5531" name="그림 5530">
            <a:extLst>
              <a:ext uri="{FF2B5EF4-FFF2-40B4-BE49-F238E27FC236}">
                <a16:creationId xmlns:a16="http://schemas.microsoft.com/office/drawing/2014/main" id="{42770E7E-0FF1-0078-C673-C9D4A68974F4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56587" y="3932231"/>
            <a:ext cx="92881" cy="92881"/>
          </a:xfrm>
          <a:prstGeom prst="rect">
            <a:avLst/>
          </a:prstGeom>
        </p:spPr>
      </p:pic>
      <p:cxnSp>
        <p:nvCxnSpPr>
          <p:cNvPr id="5532" name="직선 연결선 5531">
            <a:extLst>
              <a:ext uri="{FF2B5EF4-FFF2-40B4-BE49-F238E27FC236}">
                <a16:creationId xmlns:a16="http://schemas.microsoft.com/office/drawing/2014/main" id="{B572C16A-92A5-3AFD-22A2-D7496CF34FEF}"/>
              </a:ext>
            </a:extLst>
          </p:cNvPr>
          <p:cNvCxnSpPr>
            <a:cxnSpLocks/>
          </p:cNvCxnSpPr>
          <p:nvPr userDrawn="1"/>
        </p:nvCxnSpPr>
        <p:spPr>
          <a:xfrm>
            <a:off x="9520227" y="3889374"/>
            <a:ext cx="0" cy="178594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079C7B4-5B1D-DD46-3FC6-01D34C008A44}"/>
              </a:ext>
            </a:extLst>
          </p:cNvPr>
          <p:cNvSpPr txBox="1"/>
          <p:nvPr userDrawn="1"/>
        </p:nvSpPr>
        <p:spPr>
          <a:xfrm>
            <a:off x="8456961" y="808294"/>
            <a:ext cx="120263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2025-05-09 PM 3:52:19</a:t>
            </a:r>
            <a:endParaRPr lang="ko-KR" altLang="en-US" sz="6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9F3046F-C08E-A100-6C2A-F4F32AA04FFE}"/>
              </a:ext>
            </a:extLst>
          </p:cNvPr>
          <p:cNvCxnSpPr/>
          <p:nvPr userDrawn="1"/>
        </p:nvCxnSpPr>
        <p:spPr>
          <a:xfrm>
            <a:off x="221538" y="573748"/>
            <a:ext cx="11846501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텍스트 개체 틀 12">
            <a:extLst>
              <a:ext uri="{FF2B5EF4-FFF2-40B4-BE49-F238E27FC236}">
                <a16:creationId xmlns:a16="http://schemas.microsoft.com/office/drawing/2014/main" id="{6B63AB3E-5712-056A-3DE5-3AF100DFDD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6154" y="363241"/>
            <a:ext cx="5538462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경로</a:t>
            </a:r>
          </a:p>
        </p:txBody>
      </p:sp>
      <p:sp>
        <p:nvSpPr>
          <p:cNvPr id="5" name="텍스트 개체 틀 12">
            <a:extLst>
              <a:ext uri="{FF2B5EF4-FFF2-40B4-BE49-F238E27FC236}">
                <a16:creationId xmlns:a16="http://schemas.microsoft.com/office/drawing/2014/main" id="{66A508AB-F048-BA73-1D8C-1C6F28E456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78826" y="95823"/>
            <a:ext cx="1417846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화면</a:t>
            </a:r>
            <a:r>
              <a:rPr lang="en-US" altLang="ko-KR"/>
              <a:t>ID</a:t>
            </a:r>
            <a:endParaRPr lang="ko-KR" altLang="en-US"/>
          </a:p>
        </p:txBody>
      </p:sp>
      <p:sp>
        <p:nvSpPr>
          <p:cNvPr id="6" name="텍스트 개체 틀 12">
            <a:extLst>
              <a:ext uri="{FF2B5EF4-FFF2-40B4-BE49-F238E27FC236}">
                <a16:creationId xmlns:a16="http://schemas.microsoft.com/office/drawing/2014/main" id="{E9D45EE6-8A5C-B495-FC6C-23CE61E1EB8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9344" y="95823"/>
            <a:ext cx="1284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fr-FR" altLang="ko-KR"/>
              <a:t>P / PU / LPU / MPU / BS</a:t>
            </a:r>
            <a:endParaRPr lang="ko-KR" altLang="en-US"/>
          </a:p>
        </p:txBody>
      </p:sp>
      <p:sp>
        <p:nvSpPr>
          <p:cNvPr id="7" name="텍스트 개체 틀 12">
            <a:extLst>
              <a:ext uri="{FF2B5EF4-FFF2-40B4-BE49-F238E27FC236}">
                <a16:creationId xmlns:a16="http://schemas.microsoft.com/office/drawing/2014/main" id="{C0D52900-B566-076B-CBDB-14D1EAE1FB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48388" y="363241"/>
            <a:ext cx="1993846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요구사항</a:t>
            </a:r>
            <a:r>
              <a:rPr lang="en-US" altLang="ko-KR"/>
              <a:t>ID</a:t>
            </a:r>
            <a:endParaRPr lang="ko-KR" altLang="en-US"/>
          </a:p>
        </p:txBody>
      </p:sp>
      <p:sp>
        <p:nvSpPr>
          <p:cNvPr id="8" name="텍스트 개체 틀 12">
            <a:extLst>
              <a:ext uri="{FF2B5EF4-FFF2-40B4-BE49-F238E27FC236}">
                <a16:creationId xmlns:a16="http://schemas.microsoft.com/office/drawing/2014/main" id="{87254346-F84C-277A-4522-97898A51E5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173414" y="95823"/>
            <a:ext cx="708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작성자</a:t>
            </a:r>
            <a:endParaRPr lang="en-US" altLang="ko-KR"/>
          </a:p>
        </p:txBody>
      </p:sp>
      <p:sp>
        <p:nvSpPr>
          <p:cNvPr id="9" name="텍스트 개체 틀 12">
            <a:extLst>
              <a:ext uri="{FF2B5EF4-FFF2-40B4-BE49-F238E27FC236}">
                <a16:creationId xmlns:a16="http://schemas.microsoft.com/office/drawing/2014/main" id="{46C48A6D-D076-3517-D4AF-0A424A1F72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173414" y="363239"/>
            <a:ext cx="708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수정일자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B80FD1E3-EC72-9E1B-8D81-472799980E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154" y="95822"/>
            <a:ext cx="2880000" cy="151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50000"/>
              </a:lnSpc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/>
              <a:t>화면명</a:t>
            </a:r>
          </a:p>
        </p:txBody>
      </p:sp>
      <p:sp>
        <p:nvSpPr>
          <p:cNvPr id="11" name="텍스트 개체 틀 12">
            <a:extLst>
              <a:ext uri="{FF2B5EF4-FFF2-40B4-BE49-F238E27FC236}">
                <a16:creationId xmlns:a16="http://schemas.microsoft.com/office/drawing/2014/main" id="{7A590637-A76F-56BB-2AA7-C13609FDEE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34073" y="95823"/>
            <a:ext cx="886154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ko-KR"/>
              <a:t>W / N / NA / NI</a:t>
            </a:r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AB01B2-FD41-6C29-930B-E4514CBC51EE}"/>
              </a:ext>
            </a:extLst>
          </p:cNvPr>
          <p:cNvSpPr txBox="1"/>
          <p:nvPr userDrawn="1"/>
        </p:nvSpPr>
        <p:spPr>
          <a:xfrm>
            <a:off x="9784389" y="756001"/>
            <a:ext cx="62837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900" b="1" dirty="0">
                <a:latin typeface="+mj-ea"/>
                <a:ea typeface="+mj-ea"/>
              </a:rPr>
              <a:t>Description</a:t>
            </a:r>
            <a:endParaRPr lang="ko-KR" altLang="en-US" sz="900" b="1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3127DA6-FB70-0BB1-CB20-F08428801E1D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 flipH="1">
            <a:off x="8625956" y="784502"/>
            <a:ext cx="146265" cy="14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588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d re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 userDrawn="1"/>
        </p:nvSpPr>
        <p:spPr>
          <a:xfrm>
            <a:off x="0" y="2"/>
            <a:ext cx="12192000" cy="685799"/>
          </a:xfrm>
          <a:prstGeom prst="rect">
            <a:avLst/>
          </a:prstGeom>
          <a:solidFill>
            <a:srgbClr val="384F5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730" spc="-80" baseline="0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221539" y="132721"/>
            <a:ext cx="368691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kern="12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n-ea"/>
                <a:cs typeface="+mn-cs"/>
              </a:rPr>
              <a:t>SCREEN</a:t>
            </a:r>
            <a:endParaRPr lang="ko-KR" altLang="en-US" sz="800" kern="12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221539" y="391513"/>
            <a:ext cx="50334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LOCATION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3810118" y="132721"/>
            <a:ext cx="506549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SCREEN ID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 userDrawn="1"/>
        </p:nvSpPr>
        <p:spPr>
          <a:xfrm>
            <a:off x="6103865" y="132721"/>
            <a:ext cx="360676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UI TYPE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 userDrawn="1"/>
        </p:nvSpPr>
        <p:spPr>
          <a:xfrm>
            <a:off x="6484077" y="391513"/>
            <a:ext cx="82875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REQUIREMENT</a:t>
            </a:r>
            <a:r>
              <a:rPr lang="en-US" altLang="ko-KR" sz="800" baseline="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ID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51" name="직선 연결선 50"/>
          <p:cNvCxnSpPr/>
          <p:nvPr userDrawn="1"/>
        </p:nvCxnSpPr>
        <p:spPr>
          <a:xfrm>
            <a:off x="221539" y="297703"/>
            <a:ext cx="9348923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텍스트 개체 틀 12"/>
          <p:cNvSpPr>
            <a:spLocks noGrp="1"/>
          </p:cNvSpPr>
          <p:nvPr>
            <p:ph type="body" sz="quarter" idx="11" hasCustomPrompt="1"/>
          </p:nvPr>
        </p:nvSpPr>
        <p:spPr>
          <a:xfrm>
            <a:off x="886154" y="363241"/>
            <a:ext cx="5538462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경로</a:t>
            </a:r>
          </a:p>
        </p:txBody>
      </p:sp>
      <p:sp>
        <p:nvSpPr>
          <p:cNvPr id="54" name="텍스트 개체 틀 12"/>
          <p:cNvSpPr>
            <a:spLocks noGrp="1"/>
          </p:cNvSpPr>
          <p:nvPr>
            <p:ph type="body" sz="quarter" idx="12" hasCustomPrompt="1"/>
          </p:nvPr>
        </p:nvSpPr>
        <p:spPr>
          <a:xfrm>
            <a:off x="4478826" y="95823"/>
            <a:ext cx="1417846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화면</a:t>
            </a:r>
            <a:r>
              <a:rPr lang="en-US" altLang="ko-KR"/>
              <a:t>ID</a:t>
            </a:r>
            <a:endParaRPr lang="ko-KR" altLang="en-US"/>
          </a:p>
        </p:txBody>
      </p:sp>
      <p:sp>
        <p:nvSpPr>
          <p:cNvPr id="55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>
            <a:off x="6609344" y="95823"/>
            <a:ext cx="1284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fr-FR" altLang="ko-KR"/>
              <a:t>P / PU / LPU / MPU / BS</a:t>
            </a:r>
            <a:endParaRPr lang="ko-KR" altLang="en-US"/>
          </a:p>
        </p:txBody>
      </p:sp>
      <p:sp>
        <p:nvSpPr>
          <p:cNvPr id="56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7548388" y="363241"/>
            <a:ext cx="1993846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요구사항</a:t>
            </a:r>
            <a:r>
              <a:rPr lang="en-US" altLang="ko-KR"/>
              <a:t>ID</a:t>
            </a:r>
            <a:endParaRPr lang="ko-KR" altLang="en-US"/>
          </a:p>
        </p:txBody>
      </p:sp>
      <p:sp>
        <p:nvSpPr>
          <p:cNvPr id="57" name="TextBox 56"/>
          <p:cNvSpPr txBox="1"/>
          <p:nvPr userDrawn="1"/>
        </p:nvSpPr>
        <p:spPr>
          <a:xfrm>
            <a:off x="9654847" y="132721"/>
            <a:ext cx="357470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WRITER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8" name="텍스트 개체 틀 12"/>
          <p:cNvSpPr>
            <a:spLocks noGrp="1"/>
          </p:cNvSpPr>
          <p:nvPr>
            <p:ph type="body" sz="quarter" idx="15" hasCustomPrompt="1"/>
          </p:nvPr>
        </p:nvSpPr>
        <p:spPr>
          <a:xfrm>
            <a:off x="10173414" y="95823"/>
            <a:ext cx="708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작성자</a:t>
            </a:r>
            <a:endParaRPr lang="en-US" altLang="ko-KR"/>
          </a:p>
        </p:txBody>
      </p:sp>
      <p:sp>
        <p:nvSpPr>
          <p:cNvPr id="62" name="TextBox 61"/>
          <p:cNvSpPr txBox="1"/>
          <p:nvPr userDrawn="1"/>
        </p:nvSpPr>
        <p:spPr>
          <a:xfrm>
            <a:off x="9654847" y="391513"/>
            <a:ext cx="37991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UPDATE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3" name="텍스트 개체 틀 12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0173414" y="363239"/>
            <a:ext cx="708923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/>
              <a:t>수정일자</a:t>
            </a:r>
          </a:p>
        </p:txBody>
      </p:sp>
      <p:sp>
        <p:nvSpPr>
          <p:cNvPr id="64" name="제목 1"/>
          <p:cNvSpPr>
            <a:spLocks noGrp="1"/>
          </p:cNvSpPr>
          <p:nvPr userDrawn="1">
            <p:ph type="title" hasCustomPrompt="1"/>
          </p:nvPr>
        </p:nvSpPr>
        <p:spPr>
          <a:xfrm>
            <a:off x="886154" y="95822"/>
            <a:ext cx="2880000" cy="151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lnSpc>
                <a:spcPct val="150000"/>
              </a:lnSpc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/>
              <a:t>화면명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B6D1B6-0D1C-6C41-A7BC-AA09CFF79D65}"/>
              </a:ext>
            </a:extLst>
          </p:cNvPr>
          <p:cNvSpPr txBox="1"/>
          <p:nvPr userDrawn="1"/>
        </p:nvSpPr>
        <p:spPr>
          <a:xfrm>
            <a:off x="11861387" y="110569"/>
            <a:ext cx="141385" cy="153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fld id="{87713E07-D50B-4BFF-A920-8C83D5B82E89}" type="slidenum">
              <a:rPr lang="ko-KR" altLang="en-US" sz="1000" b="1" spc="-70" smtClean="0">
                <a:ln>
                  <a:solidFill>
                    <a:prstClr val="black">
                      <a:alpha val="0"/>
                    </a:prstClr>
                  </a:solidFill>
                </a:ln>
                <a:latin typeface="+mj-ea"/>
                <a:ea typeface="+mj-ea"/>
              </a:rPr>
              <a:t>‹#›</a:t>
            </a:fld>
            <a:endParaRPr lang="ko-KR" altLang="en-US" sz="1000" b="1" spc="-70" dirty="0">
              <a:ln>
                <a:solidFill>
                  <a:prstClr val="black">
                    <a:alpha val="0"/>
                  </a:prstClr>
                </a:solidFill>
              </a:ln>
              <a:latin typeface="+mj-ea"/>
              <a:ea typeface="+mj-ea"/>
            </a:endParaRPr>
          </a:p>
        </p:txBody>
      </p:sp>
      <p:sp>
        <p:nvSpPr>
          <p:cNvPr id="20" name="TextBox 19"/>
          <p:cNvSpPr txBox="1"/>
          <p:nvPr userDrawn="1"/>
        </p:nvSpPr>
        <p:spPr>
          <a:xfrm>
            <a:off x="8004064" y="132721"/>
            <a:ext cx="476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r>
              <a:rPr lang="en-US" altLang="ko-KR" sz="800" dirty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DEV. TYPE</a:t>
            </a:r>
            <a:endParaRPr lang="ko-KR" altLang="en-US" sz="800" dirty="0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1" name="텍스트 개체 틀 12"/>
          <p:cNvSpPr>
            <a:spLocks noGrp="1"/>
          </p:cNvSpPr>
          <p:nvPr>
            <p:ph type="body" sz="quarter" idx="17" hasCustomPrompt="1"/>
          </p:nvPr>
        </p:nvSpPr>
        <p:spPr>
          <a:xfrm>
            <a:off x="8634073" y="95823"/>
            <a:ext cx="886154" cy="15138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800" b="1" spc="-20" baseline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ko-KR"/>
              <a:t>W / N / NA / NI</a:t>
            </a:r>
            <a:endParaRPr lang="ko-KR" altLang="en-US"/>
          </a:p>
        </p:txBody>
      </p:sp>
      <p:sp>
        <p:nvSpPr>
          <p:cNvPr id="139" name="사각형: 둥근 모서리 138">
            <a:extLst>
              <a:ext uri="{FF2B5EF4-FFF2-40B4-BE49-F238E27FC236}">
                <a16:creationId xmlns:a16="http://schemas.microsoft.com/office/drawing/2014/main" id="{017C9795-8981-D4CE-454A-7479216D3C68}"/>
              </a:ext>
            </a:extLst>
          </p:cNvPr>
          <p:cNvSpPr/>
          <p:nvPr userDrawn="1"/>
        </p:nvSpPr>
        <p:spPr>
          <a:xfrm>
            <a:off x="161925" y="6195471"/>
            <a:ext cx="9454045" cy="363030"/>
          </a:xfrm>
          <a:prstGeom prst="roundRect">
            <a:avLst>
              <a:gd name="adj" fmla="val 10580"/>
            </a:avLst>
          </a:prstGeom>
          <a:noFill/>
          <a:ln w="3175">
            <a:solidFill>
              <a:srgbClr val="4E4E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7BFB5DF5-88A6-4486-EDD9-189ECE918A86}"/>
              </a:ext>
            </a:extLst>
          </p:cNvPr>
          <p:cNvSpPr/>
          <p:nvPr userDrawn="1"/>
        </p:nvSpPr>
        <p:spPr>
          <a:xfrm>
            <a:off x="64655" y="745553"/>
            <a:ext cx="9649742" cy="605982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650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42" name="그래픽 141" descr="닫기 윤곽선">
            <a:extLst>
              <a:ext uri="{FF2B5EF4-FFF2-40B4-BE49-F238E27FC236}">
                <a16:creationId xmlns:a16="http://schemas.microsoft.com/office/drawing/2014/main" id="{70B6AC62-E6E2-F908-195D-FC518CFF40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73710" y="3932254"/>
            <a:ext cx="92835" cy="92835"/>
          </a:xfrm>
          <a:prstGeom prst="rect">
            <a:avLst/>
          </a:prstGeom>
        </p:spPr>
      </p:pic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2D27E777-9C2C-D6F7-DF43-569E58A3EF16}"/>
              </a:ext>
            </a:extLst>
          </p:cNvPr>
          <p:cNvSpPr/>
          <p:nvPr userDrawn="1"/>
        </p:nvSpPr>
        <p:spPr>
          <a:xfrm>
            <a:off x="64653" y="5955089"/>
            <a:ext cx="9649743" cy="8534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2E831716-CBAA-7CAC-54F1-822C219D82E9}"/>
              </a:ext>
            </a:extLst>
          </p:cNvPr>
          <p:cNvSpPr/>
          <p:nvPr userDrawn="1"/>
        </p:nvSpPr>
        <p:spPr>
          <a:xfrm>
            <a:off x="9093994" y="6195471"/>
            <a:ext cx="158614" cy="1815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9A128949-1DB1-06BD-2427-B5DC3175122F}"/>
              </a:ext>
            </a:extLst>
          </p:cNvPr>
          <p:cNvSpPr/>
          <p:nvPr userDrawn="1"/>
        </p:nvSpPr>
        <p:spPr>
          <a:xfrm>
            <a:off x="9093994" y="6375544"/>
            <a:ext cx="158614" cy="1815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52" name="그림 151">
            <a:extLst>
              <a:ext uri="{FF2B5EF4-FFF2-40B4-BE49-F238E27FC236}">
                <a16:creationId xmlns:a16="http://schemas.microsoft.com/office/drawing/2014/main" id="{1845B83A-8D47-68DD-CA5C-842B588ACCA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18682" y="6231610"/>
            <a:ext cx="109238" cy="109238"/>
          </a:xfrm>
          <a:prstGeom prst="rect">
            <a:avLst/>
          </a:prstGeom>
          <a:noFill/>
        </p:spPr>
      </p:pic>
      <p:pic>
        <p:nvPicPr>
          <p:cNvPr id="153" name="그림 152">
            <a:extLst>
              <a:ext uri="{FF2B5EF4-FFF2-40B4-BE49-F238E27FC236}">
                <a16:creationId xmlns:a16="http://schemas.microsoft.com/office/drawing/2014/main" id="{595088A7-E674-6BB8-B8C4-A4BBA7F15B4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2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118682" y="6411683"/>
            <a:ext cx="109238" cy="109238"/>
          </a:xfrm>
          <a:prstGeom prst="rect">
            <a:avLst/>
          </a:prstGeom>
          <a:noFill/>
        </p:spPr>
      </p:pic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EC06D0B4-D336-116E-CCCA-C4FE1166EAE0}"/>
              </a:ext>
            </a:extLst>
          </p:cNvPr>
          <p:cNvCxnSpPr>
            <a:cxnSpLocks/>
          </p:cNvCxnSpPr>
          <p:nvPr userDrawn="1"/>
        </p:nvCxnSpPr>
        <p:spPr>
          <a:xfrm>
            <a:off x="161926" y="6376987"/>
            <a:ext cx="8934450" cy="0"/>
          </a:xfrm>
          <a:prstGeom prst="line">
            <a:avLst/>
          </a:prstGeom>
          <a:ln w="3175"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22EFDBEB-2501-2E76-026B-55BB47E87B3A}"/>
              </a:ext>
            </a:extLst>
          </p:cNvPr>
          <p:cNvCxnSpPr>
            <a:cxnSpLocks/>
          </p:cNvCxnSpPr>
          <p:nvPr userDrawn="1"/>
        </p:nvCxnSpPr>
        <p:spPr>
          <a:xfrm>
            <a:off x="161926" y="6467745"/>
            <a:ext cx="8934450" cy="0"/>
          </a:xfrm>
          <a:prstGeom prst="line">
            <a:avLst/>
          </a:prstGeom>
          <a:ln w="3175"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93A8C12B-45B6-EDE5-5A85-6B60BA9AAA0C}"/>
              </a:ext>
            </a:extLst>
          </p:cNvPr>
          <p:cNvCxnSpPr>
            <a:cxnSpLocks/>
          </p:cNvCxnSpPr>
          <p:nvPr userDrawn="1"/>
        </p:nvCxnSpPr>
        <p:spPr>
          <a:xfrm>
            <a:off x="161926" y="6286229"/>
            <a:ext cx="8934450" cy="0"/>
          </a:xfrm>
          <a:prstGeom prst="line">
            <a:avLst/>
          </a:prstGeom>
          <a:ln w="3175"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F36C5A38-B36C-E39E-7085-524615491F3C}"/>
              </a:ext>
            </a:extLst>
          </p:cNvPr>
          <p:cNvCxnSpPr>
            <a:cxnSpLocks/>
          </p:cNvCxnSpPr>
          <p:nvPr userDrawn="1"/>
        </p:nvCxnSpPr>
        <p:spPr>
          <a:xfrm>
            <a:off x="9098806" y="6195470"/>
            <a:ext cx="0" cy="362493"/>
          </a:xfrm>
          <a:prstGeom prst="line">
            <a:avLst/>
          </a:prstGeom>
          <a:ln w="3175" cmpd="sng">
            <a:solidFill>
              <a:srgbClr val="4E4E4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사각형: 둥근 모서리 157">
            <a:extLst>
              <a:ext uri="{FF2B5EF4-FFF2-40B4-BE49-F238E27FC236}">
                <a16:creationId xmlns:a16="http://schemas.microsoft.com/office/drawing/2014/main" id="{9C677550-569D-5770-04D8-B9D80253A728}"/>
              </a:ext>
            </a:extLst>
          </p:cNvPr>
          <p:cNvSpPr/>
          <p:nvPr userDrawn="1"/>
        </p:nvSpPr>
        <p:spPr>
          <a:xfrm>
            <a:off x="8266269" y="6030659"/>
            <a:ext cx="986703" cy="143619"/>
          </a:xfrm>
          <a:prstGeom prst="roundRect">
            <a:avLst>
              <a:gd name="adj" fmla="val 14714"/>
            </a:avLst>
          </a:prstGeom>
          <a:noFill/>
          <a:ln w="3175">
            <a:solidFill>
              <a:srgbClr val="4E4E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9" name="이등변 삼각형 158">
            <a:extLst>
              <a:ext uri="{FF2B5EF4-FFF2-40B4-BE49-F238E27FC236}">
                <a16:creationId xmlns:a16="http://schemas.microsoft.com/office/drawing/2014/main" id="{11FF11C5-F40D-A117-22A5-55EAB2ECBAD8}"/>
              </a:ext>
            </a:extLst>
          </p:cNvPr>
          <p:cNvSpPr/>
          <p:nvPr userDrawn="1"/>
        </p:nvSpPr>
        <p:spPr>
          <a:xfrm rot="5400000">
            <a:off x="9149047" y="6085805"/>
            <a:ext cx="62319" cy="3332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503F7637-9E1F-9E96-15DD-A0BAEF738826}"/>
              </a:ext>
            </a:extLst>
          </p:cNvPr>
          <p:cNvSpPr/>
          <p:nvPr userDrawn="1"/>
        </p:nvSpPr>
        <p:spPr>
          <a:xfrm>
            <a:off x="505130" y="6030659"/>
            <a:ext cx="1116501" cy="143619"/>
          </a:xfrm>
          <a:prstGeom prst="roundRect">
            <a:avLst>
              <a:gd name="adj" fmla="val 14714"/>
            </a:avLst>
          </a:prstGeom>
          <a:noFill/>
          <a:ln w="3175">
            <a:solidFill>
              <a:srgbClr val="4E4E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1" name="이등변 삼각형 160">
            <a:extLst>
              <a:ext uri="{FF2B5EF4-FFF2-40B4-BE49-F238E27FC236}">
                <a16:creationId xmlns:a16="http://schemas.microsoft.com/office/drawing/2014/main" id="{CE56F7DA-D64E-E518-22AF-8644D214036B}"/>
              </a:ext>
            </a:extLst>
          </p:cNvPr>
          <p:cNvSpPr/>
          <p:nvPr userDrawn="1"/>
        </p:nvSpPr>
        <p:spPr>
          <a:xfrm rot="16200000">
            <a:off x="547477" y="6085805"/>
            <a:ext cx="62319" cy="33326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448BFB2D-045D-108E-5E9A-E10A6D3202E3}"/>
              </a:ext>
            </a:extLst>
          </p:cNvPr>
          <p:cNvSpPr/>
          <p:nvPr userDrawn="1"/>
        </p:nvSpPr>
        <p:spPr>
          <a:xfrm>
            <a:off x="257741" y="6029215"/>
            <a:ext cx="228195" cy="146506"/>
          </a:xfrm>
          <a:prstGeom prst="roundRect">
            <a:avLst>
              <a:gd name="adj" fmla="val 14714"/>
            </a:avLst>
          </a:prstGeom>
          <a:noFill/>
          <a:ln w="3175">
            <a:solidFill>
              <a:srgbClr val="4E4E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C08BF623-176D-1840-5191-B511A3886CF5}"/>
              </a:ext>
            </a:extLst>
          </p:cNvPr>
          <p:cNvGrpSpPr/>
          <p:nvPr userDrawn="1"/>
        </p:nvGrpSpPr>
        <p:grpSpPr>
          <a:xfrm>
            <a:off x="308278" y="6071923"/>
            <a:ext cx="127120" cy="61091"/>
            <a:chOff x="2612362" y="6071308"/>
            <a:chExt cx="127120" cy="62319"/>
          </a:xfrm>
          <a:solidFill>
            <a:schemeClr val="tx1"/>
          </a:solidFill>
        </p:grpSpPr>
        <p:sp>
          <p:nvSpPr>
            <p:cNvPr id="164" name="이등변 삼각형 163">
              <a:extLst>
                <a:ext uri="{FF2B5EF4-FFF2-40B4-BE49-F238E27FC236}">
                  <a16:creationId xmlns:a16="http://schemas.microsoft.com/office/drawing/2014/main" id="{17D3ABE6-4EA0-5B3C-1F45-894DA91E0E0C}"/>
                </a:ext>
              </a:extLst>
            </p:cNvPr>
            <p:cNvSpPr/>
            <p:nvPr/>
          </p:nvSpPr>
          <p:spPr>
            <a:xfrm rot="16200000">
              <a:off x="2643359" y="6085805"/>
              <a:ext cx="62319" cy="3332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65" name="이등변 삼각형 164">
              <a:extLst>
                <a:ext uri="{FF2B5EF4-FFF2-40B4-BE49-F238E27FC236}">
                  <a16:creationId xmlns:a16="http://schemas.microsoft.com/office/drawing/2014/main" id="{E89327E2-9028-626D-FD8D-5349C2A1ED29}"/>
                </a:ext>
              </a:extLst>
            </p:cNvPr>
            <p:cNvSpPr/>
            <p:nvPr/>
          </p:nvSpPr>
          <p:spPr>
            <a:xfrm rot="16200000">
              <a:off x="2691659" y="6085805"/>
              <a:ext cx="62319" cy="3332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66" name="이등변 삼각형 165">
              <a:extLst>
                <a:ext uri="{FF2B5EF4-FFF2-40B4-BE49-F238E27FC236}">
                  <a16:creationId xmlns:a16="http://schemas.microsoft.com/office/drawing/2014/main" id="{70DD47F5-487F-719C-1B1E-FCEFC32CFB8A}"/>
                </a:ext>
              </a:extLst>
            </p:cNvPr>
            <p:cNvSpPr/>
            <p:nvPr/>
          </p:nvSpPr>
          <p:spPr>
            <a:xfrm rot="16200000">
              <a:off x="2597865" y="6085805"/>
              <a:ext cx="62319" cy="33326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D9D47D38-6AD8-1494-C884-61D350C877F5}"/>
              </a:ext>
            </a:extLst>
          </p:cNvPr>
          <p:cNvSpPr/>
          <p:nvPr userDrawn="1"/>
        </p:nvSpPr>
        <p:spPr>
          <a:xfrm rot="10800000">
            <a:off x="9268315" y="6030658"/>
            <a:ext cx="228195" cy="143619"/>
          </a:xfrm>
          <a:prstGeom prst="roundRect">
            <a:avLst>
              <a:gd name="adj" fmla="val 14714"/>
            </a:avLst>
          </a:prstGeom>
          <a:noFill/>
          <a:ln w="3175">
            <a:solidFill>
              <a:srgbClr val="4E4E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8" name="이등변 삼각형 167">
            <a:extLst>
              <a:ext uri="{FF2B5EF4-FFF2-40B4-BE49-F238E27FC236}">
                <a16:creationId xmlns:a16="http://schemas.microsoft.com/office/drawing/2014/main" id="{872A9831-DA61-5D10-ECFE-A070784C2FB6}"/>
              </a:ext>
            </a:extLst>
          </p:cNvPr>
          <p:cNvSpPr/>
          <p:nvPr userDrawn="1"/>
        </p:nvSpPr>
        <p:spPr>
          <a:xfrm rot="5400000">
            <a:off x="9352657" y="6085805"/>
            <a:ext cx="62319" cy="3332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9" name="이등변 삼각형 168">
            <a:extLst>
              <a:ext uri="{FF2B5EF4-FFF2-40B4-BE49-F238E27FC236}">
                <a16:creationId xmlns:a16="http://schemas.microsoft.com/office/drawing/2014/main" id="{EA29132E-0700-8622-D318-DFC31A6DBBD0}"/>
              </a:ext>
            </a:extLst>
          </p:cNvPr>
          <p:cNvSpPr/>
          <p:nvPr userDrawn="1"/>
        </p:nvSpPr>
        <p:spPr>
          <a:xfrm rot="5400000">
            <a:off x="9304357" y="6085805"/>
            <a:ext cx="62319" cy="3332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0" name="이등변 삼각형 169">
            <a:extLst>
              <a:ext uri="{FF2B5EF4-FFF2-40B4-BE49-F238E27FC236}">
                <a16:creationId xmlns:a16="http://schemas.microsoft.com/office/drawing/2014/main" id="{74382F36-6313-A749-A475-DBEBF225EE22}"/>
              </a:ext>
            </a:extLst>
          </p:cNvPr>
          <p:cNvSpPr/>
          <p:nvPr userDrawn="1"/>
        </p:nvSpPr>
        <p:spPr>
          <a:xfrm rot="5400000">
            <a:off x="9398151" y="6085805"/>
            <a:ext cx="62319" cy="33326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9B3365DF-AD39-EEEC-8FE7-8F93B95A705D}"/>
              </a:ext>
            </a:extLst>
          </p:cNvPr>
          <p:cNvCxnSpPr>
            <a:cxnSpLocks/>
          </p:cNvCxnSpPr>
          <p:nvPr userDrawn="1"/>
        </p:nvCxnSpPr>
        <p:spPr>
          <a:xfrm>
            <a:off x="832575" y="6241254"/>
            <a:ext cx="0" cy="316709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화살표: 오각형 171">
            <a:extLst>
              <a:ext uri="{FF2B5EF4-FFF2-40B4-BE49-F238E27FC236}">
                <a16:creationId xmlns:a16="http://schemas.microsoft.com/office/drawing/2014/main" id="{05882537-4B63-CA2E-A592-BB5E1E3A8B0B}"/>
              </a:ext>
            </a:extLst>
          </p:cNvPr>
          <p:cNvSpPr/>
          <p:nvPr userDrawn="1"/>
        </p:nvSpPr>
        <p:spPr>
          <a:xfrm rot="5400000">
            <a:off x="809715" y="6202717"/>
            <a:ext cx="45720" cy="31227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73" name="직선 연결선 172">
            <a:extLst>
              <a:ext uri="{FF2B5EF4-FFF2-40B4-BE49-F238E27FC236}">
                <a16:creationId xmlns:a16="http://schemas.microsoft.com/office/drawing/2014/main" id="{5AC845DA-14E4-3D32-DFED-9C8DFFC52459}"/>
              </a:ext>
            </a:extLst>
          </p:cNvPr>
          <p:cNvCxnSpPr>
            <a:cxnSpLocks/>
          </p:cNvCxnSpPr>
          <p:nvPr userDrawn="1"/>
        </p:nvCxnSpPr>
        <p:spPr>
          <a:xfrm>
            <a:off x="9061842" y="6241254"/>
            <a:ext cx="0" cy="316709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화살표: 오각형 173">
            <a:extLst>
              <a:ext uri="{FF2B5EF4-FFF2-40B4-BE49-F238E27FC236}">
                <a16:creationId xmlns:a16="http://schemas.microsoft.com/office/drawing/2014/main" id="{97B73092-82F0-8009-B942-D8A46070A8B5}"/>
              </a:ext>
            </a:extLst>
          </p:cNvPr>
          <p:cNvSpPr/>
          <p:nvPr userDrawn="1"/>
        </p:nvSpPr>
        <p:spPr>
          <a:xfrm rot="5400000">
            <a:off x="9038982" y="6202717"/>
            <a:ext cx="45720" cy="31227"/>
          </a:xfrm>
          <a:prstGeom prst="homePlat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75" name="그래픽 174" descr="플립 달력 단색으로 채워진">
            <a:extLst>
              <a:ext uri="{FF2B5EF4-FFF2-40B4-BE49-F238E27FC236}">
                <a16:creationId xmlns:a16="http://schemas.microsoft.com/office/drawing/2014/main" id="{5D595943-1119-1F28-269C-26225881A04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75834" y="6046303"/>
            <a:ext cx="112331" cy="112331"/>
          </a:xfrm>
          <a:prstGeom prst="rect">
            <a:avLst/>
          </a:prstGeom>
        </p:spPr>
      </p:pic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67540D2F-AFFF-70AC-7380-F71E3F30D528}"/>
              </a:ext>
            </a:extLst>
          </p:cNvPr>
          <p:cNvGrpSpPr/>
          <p:nvPr userDrawn="1"/>
        </p:nvGrpSpPr>
        <p:grpSpPr>
          <a:xfrm>
            <a:off x="4751857" y="4120765"/>
            <a:ext cx="275339" cy="137621"/>
            <a:chOff x="4591278" y="4120765"/>
            <a:chExt cx="275339" cy="137621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2BA3C14D-B2F6-EBE6-F145-407654613D51}"/>
                </a:ext>
              </a:extLst>
            </p:cNvPr>
            <p:cNvSpPr/>
            <p:nvPr/>
          </p:nvSpPr>
          <p:spPr>
            <a:xfrm>
              <a:off x="4591278" y="4120765"/>
              <a:ext cx="275339" cy="137621"/>
            </a:xfrm>
            <a:prstGeom prst="roundRect">
              <a:avLst>
                <a:gd name="adj" fmla="val 50000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이등변 삼각형 177">
              <a:extLst>
                <a:ext uri="{FF2B5EF4-FFF2-40B4-BE49-F238E27FC236}">
                  <a16:creationId xmlns:a16="http://schemas.microsoft.com/office/drawing/2014/main" id="{25712796-8C11-D514-1BA0-D6828E001650}"/>
                </a:ext>
              </a:extLst>
            </p:cNvPr>
            <p:cNvSpPr/>
            <p:nvPr/>
          </p:nvSpPr>
          <p:spPr>
            <a:xfrm rot="16200000">
              <a:off x="4624202" y="4170683"/>
              <a:ext cx="57798" cy="3778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>
                    <a:alpha val="40000"/>
                  </a:schemeClr>
                </a:solidFill>
              </a:endParaRPr>
            </a:p>
          </p:txBody>
        </p:sp>
        <p:sp>
          <p:nvSpPr>
            <p:cNvPr id="179" name="이등변 삼각형 178">
              <a:extLst>
                <a:ext uri="{FF2B5EF4-FFF2-40B4-BE49-F238E27FC236}">
                  <a16:creationId xmlns:a16="http://schemas.microsoft.com/office/drawing/2014/main" id="{D5E53171-C323-E6F4-1559-1541915D97B7}"/>
                </a:ext>
              </a:extLst>
            </p:cNvPr>
            <p:cNvSpPr/>
            <p:nvPr/>
          </p:nvSpPr>
          <p:spPr>
            <a:xfrm rot="5400000">
              <a:off x="4775897" y="4170686"/>
              <a:ext cx="57798" cy="37785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>
                    <a:alpha val="40000"/>
                  </a:schemeClr>
                </a:solidFill>
              </a:endParaRPr>
            </a:p>
          </p:txBody>
        </p:sp>
      </p:grp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C775A40B-6F8F-E72F-60FC-49055A43B291}"/>
              </a:ext>
            </a:extLst>
          </p:cNvPr>
          <p:cNvSpPr/>
          <p:nvPr userDrawn="1"/>
        </p:nvSpPr>
        <p:spPr>
          <a:xfrm>
            <a:off x="64655" y="745553"/>
            <a:ext cx="9649742" cy="6059829"/>
          </a:xfrm>
          <a:prstGeom prst="rect">
            <a:avLst/>
          </a:prstGeom>
          <a:noFill/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R" altLang="en-US" sz="650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graphicFrame>
        <p:nvGraphicFramePr>
          <p:cNvPr id="181" name="표 180">
            <a:extLst>
              <a:ext uri="{FF2B5EF4-FFF2-40B4-BE49-F238E27FC236}">
                <a16:creationId xmlns:a16="http://schemas.microsoft.com/office/drawing/2014/main" id="{34E44CA2-D1F5-AA5D-59B0-0194803753F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03619141"/>
              </p:ext>
            </p:extLst>
          </p:nvPr>
        </p:nvGraphicFramePr>
        <p:xfrm>
          <a:off x="64653" y="4314737"/>
          <a:ext cx="9649745" cy="114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9949">
                  <a:extLst>
                    <a:ext uri="{9D8B030D-6E8A-4147-A177-3AD203B41FA5}">
                      <a16:colId xmlns:a16="http://schemas.microsoft.com/office/drawing/2014/main" val="117880127"/>
                    </a:ext>
                  </a:extLst>
                </a:gridCol>
                <a:gridCol w="1929949">
                  <a:extLst>
                    <a:ext uri="{9D8B030D-6E8A-4147-A177-3AD203B41FA5}">
                      <a16:colId xmlns:a16="http://schemas.microsoft.com/office/drawing/2014/main" val="2435724941"/>
                    </a:ext>
                  </a:extLst>
                </a:gridCol>
                <a:gridCol w="1929949">
                  <a:extLst>
                    <a:ext uri="{9D8B030D-6E8A-4147-A177-3AD203B41FA5}">
                      <a16:colId xmlns:a16="http://schemas.microsoft.com/office/drawing/2014/main" val="2540984590"/>
                    </a:ext>
                  </a:extLst>
                </a:gridCol>
                <a:gridCol w="1929949">
                  <a:extLst>
                    <a:ext uri="{9D8B030D-6E8A-4147-A177-3AD203B41FA5}">
                      <a16:colId xmlns:a16="http://schemas.microsoft.com/office/drawing/2014/main" val="1988443943"/>
                    </a:ext>
                  </a:extLst>
                </a:gridCol>
                <a:gridCol w="1929949">
                  <a:extLst>
                    <a:ext uri="{9D8B030D-6E8A-4147-A177-3AD203B41FA5}">
                      <a16:colId xmlns:a16="http://schemas.microsoft.com/office/drawing/2014/main" val="4176624231"/>
                    </a:ext>
                  </a:extLst>
                </a:gridCol>
              </a:tblGrid>
              <a:tr h="1908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711730"/>
                  </a:ext>
                </a:extLst>
              </a:tr>
              <a:tr h="1908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644698"/>
                  </a:ext>
                </a:extLst>
              </a:tr>
              <a:tr h="1908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8275196"/>
                  </a:ext>
                </a:extLst>
              </a:tr>
              <a:tr h="1908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366716"/>
                  </a:ext>
                </a:extLst>
              </a:tr>
              <a:tr h="1908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584999"/>
                  </a:ext>
                </a:extLst>
              </a:tr>
              <a:tr h="190800"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700" b="0" dirty="0">
                        <a:ln>
                          <a:solidFill>
                            <a:schemeClr val="accent1">
                              <a:shade val="15000"/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767711"/>
                  </a:ext>
                </a:extLst>
              </a:tr>
            </a:tbl>
          </a:graphicData>
        </a:graphic>
      </p:graphicFrame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10D464AF-D2F7-D61B-4AF0-6F6A96F7625E}"/>
              </a:ext>
            </a:extLst>
          </p:cNvPr>
          <p:cNvSpPr/>
          <p:nvPr userDrawn="1"/>
        </p:nvSpPr>
        <p:spPr>
          <a:xfrm>
            <a:off x="64654" y="5732885"/>
            <a:ext cx="9649743" cy="227426"/>
          </a:xfrm>
          <a:prstGeom prst="rect">
            <a:avLst/>
          </a:prstGeom>
          <a:noFill/>
          <a:ln w="3175">
            <a:solidFill>
              <a:srgbClr val="4E4E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9E6A8DB7-126B-F518-BAA8-92592B07592D}"/>
              </a:ext>
            </a:extLst>
          </p:cNvPr>
          <p:cNvGrpSpPr/>
          <p:nvPr userDrawn="1"/>
        </p:nvGrpSpPr>
        <p:grpSpPr>
          <a:xfrm>
            <a:off x="66675" y="4355043"/>
            <a:ext cx="9644868" cy="110400"/>
            <a:chOff x="66675" y="4128473"/>
            <a:chExt cx="9644868" cy="161636"/>
          </a:xfrm>
        </p:grpSpPr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68A2C74D-6D2B-9C0B-E2AA-98D5563F8ABA}"/>
                </a:ext>
              </a:extLst>
            </p:cNvPr>
            <p:cNvGrpSpPr/>
            <p:nvPr/>
          </p:nvGrpSpPr>
          <p:grpSpPr>
            <a:xfrm>
              <a:off x="66675" y="4128473"/>
              <a:ext cx="1923268" cy="161636"/>
              <a:chOff x="2178280" y="4131201"/>
              <a:chExt cx="3764768" cy="133584"/>
            </a:xfrm>
          </p:grpSpPr>
          <p:pic>
            <p:nvPicPr>
              <p:cNvPr id="4663" name="그림 4662">
                <a:extLst>
                  <a:ext uri="{FF2B5EF4-FFF2-40B4-BE49-F238E27FC236}">
                    <a16:creationId xmlns:a16="http://schemas.microsoft.com/office/drawing/2014/main" id="{C1B21AF8-D133-F93C-E8AD-2D88496C9B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664" name="그림 4663">
                <a:extLst>
                  <a:ext uri="{FF2B5EF4-FFF2-40B4-BE49-F238E27FC236}">
                    <a16:creationId xmlns:a16="http://schemas.microsoft.com/office/drawing/2014/main" id="{3A785AFA-2788-E037-CAE1-6F835ECCD7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665" name="그림 4664">
                <a:extLst>
                  <a:ext uri="{FF2B5EF4-FFF2-40B4-BE49-F238E27FC236}">
                    <a16:creationId xmlns:a16="http://schemas.microsoft.com/office/drawing/2014/main" id="{3EBE016A-ED8F-C040-E7FF-0FE295BFC6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775" name="그림 4774">
                <a:extLst>
                  <a:ext uri="{FF2B5EF4-FFF2-40B4-BE49-F238E27FC236}">
                    <a16:creationId xmlns:a16="http://schemas.microsoft.com/office/drawing/2014/main" id="{9D2009D2-F00F-DCD2-FB1D-9C2E99E049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776" name="그림 4775">
                <a:extLst>
                  <a:ext uri="{FF2B5EF4-FFF2-40B4-BE49-F238E27FC236}">
                    <a16:creationId xmlns:a16="http://schemas.microsoft.com/office/drawing/2014/main" id="{B1111C39-9945-AF61-6BC4-4891F202B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777" name="그림 4776">
                <a:extLst>
                  <a:ext uri="{FF2B5EF4-FFF2-40B4-BE49-F238E27FC236}">
                    <a16:creationId xmlns:a16="http://schemas.microsoft.com/office/drawing/2014/main" id="{B987C2A4-49FF-3E86-A170-8CBEB16EAB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778" name="그림 4777">
                <a:extLst>
                  <a:ext uri="{FF2B5EF4-FFF2-40B4-BE49-F238E27FC236}">
                    <a16:creationId xmlns:a16="http://schemas.microsoft.com/office/drawing/2014/main" id="{6F4BB50F-86AC-26C3-1BF6-F36AA776C9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779" name="그림 4778">
                <a:extLst>
                  <a:ext uri="{FF2B5EF4-FFF2-40B4-BE49-F238E27FC236}">
                    <a16:creationId xmlns:a16="http://schemas.microsoft.com/office/drawing/2014/main" id="{94C217A9-3648-0059-3787-D985AB6ECA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780" name="그림 4779">
                <a:extLst>
                  <a:ext uri="{FF2B5EF4-FFF2-40B4-BE49-F238E27FC236}">
                    <a16:creationId xmlns:a16="http://schemas.microsoft.com/office/drawing/2014/main" id="{7D034EC8-CC45-E69F-7889-34784369A3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784" name="그림 4783">
                <a:extLst>
                  <a:ext uri="{FF2B5EF4-FFF2-40B4-BE49-F238E27FC236}">
                    <a16:creationId xmlns:a16="http://schemas.microsoft.com/office/drawing/2014/main" id="{3D5BFCF0-BA1D-6CFF-3C35-AAB29FC472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384" name="그룹 383">
              <a:extLst>
                <a:ext uri="{FF2B5EF4-FFF2-40B4-BE49-F238E27FC236}">
                  <a16:creationId xmlns:a16="http://schemas.microsoft.com/office/drawing/2014/main" id="{2E7A03C8-C567-A127-703E-96433B857FF7}"/>
                </a:ext>
              </a:extLst>
            </p:cNvPr>
            <p:cNvGrpSpPr/>
            <p:nvPr/>
          </p:nvGrpSpPr>
          <p:grpSpPr>
            <a:xfrm>
              <a:off x="1997075" y="4128473"/>
              <a:ext cx="1923268" cy="161636"/>
              <a:chOff x="2178280" y="4131201"/>
              <a:chExt cx="3764768" cy="133584"/>
            </a:xfrm>
          </p:grpSpPr>
          <p:pic>
            <p:nvPicPr>
              <p:cNvPr id="418" name="그림 417">
                <a:extLst>
                  <a:ext uri="{FF2B5EF4-FFF2-40B4-BE49-F238E27FC236}">
                    <a16:creationId xmlns:a16="http://schemas.microsoft.com/office/drawing/2014/main" id="{C84F4F50-ADA6-D294-0209-76B027921A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19" name="그림 418">
                <a:extLst>
                  <a:ext uri="{FF2B5EF4-FFF2-40B4-BE49-F238E27FC236}">
                    <a16:creationId xmlns:a16="http://schemas.microsoft.com/office/drawing/2014/main" id="{6C183CF3-7707-31BB-5C3A-E168AF2B9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20" name="그림 419">
                <a:extLst>
                  <a:ext uri="{FF2B5EF4-FFF2-40B4-BE49-F238E27FC236}">
                    <a16:creationId xmlns:a16="http://schemas.microsoft.com/office/drawing/2014/main" id="{23E8B8A0-8D64-D28F-E1A5-B7D8BCE0B5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21" name="그림 420">
                <a:extLst>
                  <a:ext uri="{FF2B5EF4-FFF2-40B4-BE49-F238E27FC236}">
                    <a16:creationId xmlns:a16="http://schemas.microsoft.com/office/drawing/2014/main" id="{0FFA2977-40A6-1817-F1F3-BC968CC12F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22" name="그림 421">
                <a:extLst>
                  <a:ext uri="{FF2B5EF4-FFF2-40B4-BE49-F238E27FC236}">
                    <a16:creationId xmlns:a16="http://schemas.microsoft.com/office/drawing/2014/main" id="{A9F9AD73-E63E-79FE-47C1-1FD93CACFB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23" name="그림 422">
                <a:extLst>
                  <a:ext uri="{FF2B5EF4-FFF2-40B4-BE49-F238E27FC236}">
                    <a16:creationId xmlns:a16="http://schemas.microsoft.com/office/drawing/2014/main" id="{E754A1B6-0ABC-4491-32D6-0C12AB7AD3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24" name="그림 423">
                <a:extLst>
                  <a:ext uri="{FF2B5EF4-FFF2-40B4-BE49-F238E27FC236}">
                    <a16:creationId xmlns:a16="http://schemas.microsoft.com/office/drawing/2014/main" id="{3C4EF0A0-5A06-89CF-FA70-749254DD4A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25" name="그림 424">
                <a:extLst>
                  <a:ext uri="{FF2B5EF4-FFF2-40B4-BE49-F238E27FC236}">
                    <a16:creationId xmlns:a16="http://schemas.microsoft.com/office/drawing/2014/main" id="{ED143775-1F94-02C2-F113-2556F90F24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26" name="그림 425">
                <a:extLst>
                  <a:ext uri="{FF2B5EF4-FFF2-40B4-BE49-F238E27FC236}">
                    <a16:creationId xmlns:a16="http://schemas.microsoft.com/office/drawing/2014/main" id="{9863B9E9-F7F0-B7F8-78F0-268B7BFA54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27" name="그림 426">
                <a:extLst>
                  <a:ext uri="{FF2B5EF4-FFF2-40B4-BE49-F238E27FC236}">
                    <a16:creationId xmlns:a16="http://schemas.microsoft.com/office/drawing/2014/main" id="{732CCC9F-55ED-2593-7429-C69E77F7F6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385" name="그룹 384">
              <a:extLst>
                <a:ext uri="{FF2B5EF4-FFF2-40B4-BE49-F238E27FC236}">
                  <a16:creationId xmlns:a16="http://schemas.microsoft.com/office/drawing/2014/main" id="{A5D85A62-2669-D289-1724-F72AAC9FADBF}"/>
                </a:ext>
              </a:extLst>
            </p:cNvPr>
            <p:cNvGrpSpPr/>
            <p:nvPr/>
          </p:nvGrpSpPr>
          <p:grpSpPr>
            <a:xfrm>
              <a:off x="3927475" y="4128473"/>
              <a:ext cx="1923268" cy="161636"/>
              <a:chOff x="2178280" y="4131201"/>
              <a:chExt cx="3764768" cy="133584"/>
            </a:xfrm>
          </p:grpSpPr>
          <p:pic>
            <p:nvPicPr>
              <p:cNvPr id="408" name="그림 407">
                <a:extLst>
                  <a:ext uri="{FF2B5EF4-FFF2-40B4-BE49-F238E27FC236}">
                    <a16:creationId xmlns:a16="http://schemas.microsoft.com/office/drawing/2014/main" id="{F0E83E5F-B3C7-9D13-94BC-6691BBF029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09" name="그림 408">
                <a:extLst>
                  <a:ext uri="{FF2B5EF4-FFF2-40B4-BE49-F238E27FC236}">
                    <a16:creationId xmlns:a16="http://schemas.microsoft.com/office/drawing/2014/main" id="{FE0595D9-150E-6C02-8D9B-DD38E82F35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10" name="그림 409">
                <a:extLst>
                  <a:ext uri="{FF2B5EF4-FFF2-40B4-BE49-F238E27FC236}">
                    <a16:creationId xmlns:a16="http://schemas.microsoft.com/office/drawing/2014/main" id="{D1DCAA3E-D05F-F1E4-B75C-34BFC82CFB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11" name="그림 410">
                <a:extLst>
                  <a:ext uri="{FF2B5EF4-FFF2-40B4-BE49-F238E27FC236}">
                    <a16:creationId xmlns:a16="http://schemas.microsoft.com/office/drawing/2014/main" id="{C5440187-17BD-AEF3-E749-5B024A9F84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12" name="그림 411">
                <a:extLst>
                  <a:ext uri="{FF2B5EF4-FFF2-40B4-BE49-F238E27FC236}">
                    <a16:creationId xmlns:a16="http://schemas.microsoft.com/office/drawing/2014/main" id="{07449063-A1E5-4941-3CE9-924579B5DE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13" name="그림 412">
                <a:extLst>
                  <a:ext uri="{FF2B5EF4-FFF2-40B4-BE49-F238E27FC236}">
                    <a16:creationId xmlns:a16="http://schemas.microsoft.com/office/drawing/2014/main" id="{6FFEBB84-B1F6-CCE1-9A76-03229D8B1C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14" name="그림 413">
                <a:extLst>
                  <a:ext uri="{FF2B5EF4-FFF2-40B4-BE49-F238E27FC236}">
                    <a16:creationId xmlns:a16="http://schemas.microsoft.com/office/drawing/2014/main" id="{84D757F1-0F76-A7A1-4269-0E35FEFC2F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15" name="그림 414">
                <a:extLst>
                  <a:ext uri="{FF2B5EF4-FFF2-40B4-BE49-F238E27FC236}">
                    <a16:creationId xmlns:a16="http://schemas.microsoft.com/office/drawing/2014/main" id="{E7535B9E-D014-AC6D-9B2B-D74C8001B4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16" name="그림 415">
                <a:extLst>
                  <a:ext uri="{FF2B5EF4-FFF2-40B4-BE49-F238E27FC236}">
                    <a16:creationId xmlns:a16="http://schemas.microsoft.com/office/drawing/2014/main" id="{9347DB76-25B0-9122-BC15-E8C435D684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17" name="그림 416">
                <a:extLst>
                  <a:ext uri="{FF2B5EF4-FFF2-40B4-BE49-F238E27FC236}">
                    <a16:creationId xmlns:a16="http://schemas.microsoft.com/office/drawing/2014/main" id="{CC9D4C57-5302-2748-5AF7-C2D812F96C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386" name="그룹 385">
              <a:extLst>
                <a:ext uri="{FF2B5EF4-FFF2-40B4-BE49-F238E27FC236}">
                  <a16:creationId xmlns:a16="http://schemas.microsoft.com/office/drawing/2014/main" id="{7D95CAF6-4FE6-AD27-0A01-4001F25672C6}"/>
                </a:ext>
              </a:extLst>
            </p:cNvPr>
            <p:cNvGrpSpPr/>
            <p:nvPr/>
          </p:nvGrpSpPr>
          <p:grpSpPr>
            <a:xfrm>
              <a:off x="5857875" y="4128473"/>
              <a:ext cx="1923268" cy="161636"/>
              <a:chOff x="2178280" y="4131201"/>
              <a:chExt cx="3764768" cy="133584"/>
            </a:xfrm>
          </p:grpSpPr>
          <p:pic>
            <p:nvPicPr>
              <p:cNvPr id="398" name="그림 397">
                <a:extLst>
                  <a:ext uri="{FF2B5EF4-FFF2-40B4-BE49-F238E27FC236}">
                    <a16:creationId xmlns:a16="http://schemas.microsoft.com/office/drawing/2014/main" id="{5139E8E9-F7A9-163F-73F7-559E2FD59E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99" name="그림 398">
                <a:extLst>
                  <a:ext uri="{FF2B5EF4-FFF2-40B4-BE49-F238E27FC236}">
                    <a16:creationId xmlns:a16="http://schemas.microsoft.com/office/drawing/2014/main" id="{3BBB8284-E0F2-4365-4189-5AFD837718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00" name="그림 399">
                <a:extLst>
                  <a:ext uri="{FF2B5EF4-FFF2-40B4-BE49-F238E27FC236}">
                    <a16:creationId xmlns:a16="http://schemas.microsoft.com/office/drawing/2014/main" id="{485177B2-C032-ED7C-B7BB-9073BC4247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01" name="그림 400">
                <a:extLst>
                  <a:ext uri="{FF2B5EF4-FFF2-40B4-BE49-F238E27FC236}">
                    <a16:creationId xmlns:a16="http://schemas.microsoft.com/office/drawing/2014/main" id="{FD9FB1A9-16D0-40B0-70DA-5BBD9DBEF9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02" name="그림 401">
                <a:extLst>
                  <a:ext uri="{FF2B5EF4-FFF2-40B4-BE49-F238E27FC236}">
                    <a16:creationId xmlns:a16="http://schemas.microsoft.com/office/drawing/2014/main" id="{8FC38B7D-32C8-7D32-C2DE-9B8366CC6D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03" name="그림 402">
                <a:extLst>
                  <a:ext uri="{FF2B5EF4-FFF2-40B4-BE49-F238E27FC236}">
                    <a16:creationId xmlns:a16="http://schemas.microsoft.com/office/drawing/2014/main" id="{DBE40EB5-9ECE-9829-32F0-49E403270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04" name="그림 403">
                <a:extLst>
                  <a:ext uri="{FF2B5EF4-FFF2-40B4-BE49-F238E27FC236}">
                    <a16:creationId xmlns:a16="http://schemas.microsoft.com/office/drawing/2014/main" id="{F3A5C0FF-6A08-4C36-F802-CBB1C83282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05" name="그림 404">
                <a:extLst>
                  <a:ext uri="{FF2B5EF4-FFF2-40B4-BE49-F238E27FC236}">
                    <a16:creationId xmlns:a16="http://schemas.microsoft.com/office/drawing/2014/main" id="{4FD0A2F2-1F03-EECE-F7DA-E8F188FD9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06" name="그림 405">
                <a:extLst>
                  <a:ext uri="{FF2B5EF4-FFF2-40B4-BE49-F238E27FC236}">
                    <a16:creationId xmlns:a16="http://schemas.microsoft.com/office/drawing/2014/main" id="{ACEC381C-BC63-F8D3-915F-21ACE42AD8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07" name="그림 406">
                <a:extLst>
                  <a:ext uri="{FF2B5EF4-FFF2-40B4-BE49-F238E27FC236}">
                    <a16:creationId xmlns:a16="http://schemas.microsoft.com/office/drawing/2014/main" id="{AA4EF895-98CC-5226-8924-BE43B3C8F9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387" name="그룹 386">
              <a:extLst>
                <a:ext uri="{FF2B5EF4-FFF2-40B4-BE49-F238E27FC236}">
                  <a16:creationId xmlns:a16="http://schemas.microsoft.com/office/drawing/2014/main" id="{11BDCEF4-1A71-5B14-2D9F-55536ECE47E7}"/>
                </a:ext>
              </a:extLst>
            </p:cNvPr>
            <p:cNvGrpSpPr/>
            <p:nvPr/>
          </p:nvGrpSpPr>
          <p:grpSpPr>
            <a:xfrm>
              <a:off x="7788275" y="4128473"/>
              <a:ext cx="1923268" cy="161636"/>
              <a:chOff x="2178280" y="4131201"/>
              <a:chExt cx="3764768" cy="133584"/>
            </a:xfrm>
          </p:grpSpPr>
          <p:pic>
            <p:nvPicPr>
              <p:cNvPr id="388" name="그림 387">
                <a:extLst>
                  <a:ext uri="{FF2B5EF4-FFF2-40B4-BE49-F238E27FC236}">
                    <a16:creationId xmlns:a16="http://schemas.microsoft.com/office/drawing/2014/main" id="{6FF102D9-CE16-E095-6969-AAEB894C43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89" name="그림 388">
                <a:extLst>
                  <a:ext uri="{FF2B5EF4-FFF2-40B4-BE49-F238E27FC236}">
                    <a16:creationId xmlns:a16="http://schemas.microsoft.com/office/drawing/2014/main" id="{DF65AC08-6827-D2F8-89CC-082045A4E9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90" name="그림 389">
                <a:extLst>
                  <a:ext uri="{FF2B5EF4-FFF2-40B4-BE49-F238E27FC236}">
                    <a16:creationId xmlns:a16="http://schemas.microsoft.com/office/drawing/2014/main" id="{2384A9AE-5309-6CB2-AB57-DBEF4DF553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91" name="그림 390">
                <a:extLst>
                  <a:ext uri="{FF2B5EF4-FFF2-40B4-BE49-F238E27FC236}">
                    <a16:creationId xmlns:a16="http://schemas.microsoft.com/office/drawing/2014/main" id="{D3636604-960B-0F2C-C2B5-D1B9D2636C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92" name="그림 391">
                <a:extLst>
                  <a:ext uri="{FF2B5EF4-FFF2-40B4-BE49-F238E27FC236}">
                    <a16:creationId xmlns:a16="http://schemas.microsoft.com/office/drawing/2014/main" id="{6DCDBFEC-2E37-C58A-419A-0FA5DE46DA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93" name="그림 392">
                <a:extLst>
                  <a:ext uri="{FF2B5EF4-FFF2-40B4-BE49-F238E27FC236}">
                    <a16:creationId xmlns:a16="http://schemas.microsoft.com/office/drawing/2014/main" id="{0A78DCAE-9AFA-732A-48E2-9396521574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94" name="그림 393">
                <a:extLst>
                  <a:ext uri="{FF2B5EF4-FFF2-40B4-BE49-F238E27FC236}">
                    <a16:creationId xmlns:a16="http://schemas.microsoft.com/office/drawing/2014/main" id="{719CD32A-DF47-B284-22A0-30BC73DB38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95" name="그림 394">
                <a:extLst>
                  <a:ext uri="{FF2B5EF4-FFF2-40B4-BE49-F238E27FC236}">
                    <a16:creationId xmlns:a16="http://schemas.microsoft.com/office/drawing/2014/main" id="{35569951-5F9A-FCA4-0BB0-03C2FB8944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96" name="그림 395">
                <a:extLst>
                  <a:ext uri="{FF2B5EF4-FFF2-40B4-BE49-F238E27FC236}">
                    <a16:creationId xmlns:a16="http://schemas.microsoft.com/office/drawing/2014/main" id="{0D7F7BB8-D121-3A8F-3008-BAA2C056BD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97" name="그림 396">
                <a:extLst>
                  <a:ext uri="{FF2B5EF4-FFF2-40B4-BE49-F238E27FC236}">
                    <a16:creationId xmlns:a16="http://schemas.microsoft.com/office/drawing/2014/main" id="{964D1811-27D8-C4CB-E97C-31365CEEC6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</p:grpSp>
      <p:sp>
        <p:nvSpPr>
          <p:cNvPr id="2944" name="TextBox 2943">
            <a:extLst>
              <a:ext uri="{FF2B5EF4-FFF2-40B4-BE49-F238E27FC236}">
                <a16:creationId xmlns:a16="http://schemas.microsoft.com/office/drawing/2014/main" id="{32EA26B1-CF72-6FC7-A50F-6CAC75883CCA}"/>
              </a:ext>
            </a:extLst>
          </p:cNvPr>
          <p:cNvSpPr txBox="1"/>
          <p:nvPr userDrawn="1"/>
        </p:nvSpPr>
        <p:spPr>
          <a:xfrm>
            <a:off x="8915471" y="5349067"/>
            <a:ext cx="781614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50" spc="-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2024-08-03-08:20:30</a:t>
            </a:r>
            <a:endParaRPr lang="ko-KR" altLang="en-US" sz="650" spc="-3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945" name="TextBox 2944">
            <a:extLst>
              <a:ext uri="{FF2B5EF4-FFF2-40B4-BE49-F238E27FC236}">
                <a16:creationId xmlns:a16="http://schemas.microsoft.com/office/drawing/2014/main" id="{3395FACB-0A48-69CA-84B0-4CF5365758A4}"/>
              </a:ext>
            </a:extLst>
          </p:cNvPr>
          <p:cNvSpPr txBox="1"/>
          <p:nvPr userDrawn="1"/>
        </p:nvSpPr>
        <p:spPr>
          <a:xfrm>
            <a:off x="85490" y="4307963"/>
            <a:ext cx="781614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650" spc="-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2024-08-03-08:05:30</a:t>
            </a:r>
            <a:endParaRPr lang="ko-KR" altLang="en-US" sz="650" spc="-3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2946" name="그룹 2945">
            <a:extLst>
              <a:ext uri="{FF2B5EF4-FFF2-40B4-BE49-F238E27FC236}">
                <a16:creationId xmlns:a16="http://schemas.microsoft.com/office/drawing/2014/main" id="{2AD992CB-BF1C-7C5B-5800-A8DAE92DDE7E}"/>
              </a:ext>
            </a:extLst>
          </p:cNvPr>
          <p:cNvGrpSpPr/>
          <p:nvPr userDrawn="1"/>
        </p:nvGrpSpPr>
        <p:grpSpPr>
          <a:xfrm>
            <a:off x="66675" y="4545447"/>
            <a:ext cx="9644868" cy="110400"/>
            <a:chOff x="66675" y="4128473"/>
            <a:chExt cx="9644868" cy="161636"/>
          </a:xfrm>
        </p:grpSpPr>
        <p:grpSp>
          <p:nvGrpSpPr>
            <p:cNvPr id="2947" name="그룹 2946">
              <a:extLst>
                <a:ext uri="{FF2B5EF4-FFF2-40B4-BE49-F238E27FC236}">
                  <a16:creationId xmlns:a16="http://schemas.microsoft.com/office/drawing/2014/main" id="{82569042-D840-5CBA-C34E-ECF76DE4D8CD}"/>
                </a:ext>
              </a:extLst>
            </p:cNvPr>
            <p:cNvGrpSpPr/>
            <p:nvPr/>
          </p:nvGrpSpPr>
          <p:grpSpPr>
            <a:xfrm>
              <a:off x="66675" y="4128473"/>
              <a:ext cx="1923268" cy="161636"/>
              <a:chOff x="2178280" y="4131201"/>
              <a:chExt cx="3764768" cy="133584"/>
            </a:xfrm>
          </p:grpSpPr>
          <p:pic>
            <p:nvPicPr>
              <p:cNvPr id="3007" name="그림 3006">
                <a:extLst>
                  <a:ext uri="{FF2B5EF4-FFF2-40B4-BE49-F238E27FC236}">
                    <a16:creationId xmlns:a16="http://schemas.microsoft.com/office/drawing/2014/main" id="{82144152-B406-DA72-02CB-C5A716F909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898" name="그림 4897">
                <a:extLst>
                  <a:ext uri="{FF2B5EF4-FFF2-40B4-BE49-F238E27FC236}">
                    <a16:creationId xmlns:a16="http://schemas.microsoft.com/office/drawing/2014/main" id="{A316489C-AF81-DB93-A83B-BC1DA09D73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899" name="그림 4898">
                <a:extLst>
                  <a:ext uri="{FF2B5EF4-FFF2-40B4-BE49-F238E27FC236}">
                    <a16:creationId xmlns:a16="http://schemas.microsoft.com/office/drawing/2014/main" id="{65D58F8D-89FC-2610-F6D7-7EDF5686B7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00" name="그림 4899">
                <a:extLst>
                  <a:ext uri="{FF2B5EF4-FFF2-40B4-BE49-F238E27FC236}">
                    <a16:creationId xmlns:a16="http://schemas.microsoft.com/office/drawing/2014/main" id="{DE10BBAB-B1A8-A5DC-3979-22A3695237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01" name="그림 4900">
                <a:extLst>
                  <a:ext uri="{FF2B5EF4-FFF2-40B4-BE49-F238E27FC236}">
                    <a16:creationId xmlns:a16="http://schemas.microsoft.com/office/drawing/2014/main" id="{CF886738-B13A-D42B-6856-63641DA13B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02" name="그림 4901">
                <a:extLst>
                  <a:ext uri="{FF2B5EF4-FFF2-40B4-BE49-F238E27FC236}">
                    <a16:creationId xmlns:a16="http://schemas.microsoft.com/office/drawing/2014/main" id="{38670BF5-39E3-E3B3-F090-FAF78677A7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03" name="그림 4902">
                <a:extLst>
                  <a:ext uri="{FF2B5EF4-FFF2-40B4-BE49-F238E27FC236}">
                    <a16:creationId xmlns:a16="http://schemas.microsoft.com/office/drawing/2014/main" id="{0EB8CFA5-6021-33DA-E4EA-490C471784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04" name="그림 4903">
                <a:extLst>
                  <a:ext uri="{FF2B5EF4-FFF2-40B4-BE49-F238E27FC236}">
                    <a16:creationId xmlns:a16="http://schemas.microsoft.com/office/drawing/2014/main" id="{D7277425-4558-F09E-9A17-43504C9CC4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05" name="그림 4904">
                <a:extLst>
                  <a:ext uri="{FF2B5EF4-FFF2-40B4-BE49-F238E27FC236}">
                    <a16:creationId xmlns:a16="http://schemas.microsoft.com/office/drawing/2014/main" id="{28EEEAD1-64C5-C8FE-4BFC-856C884893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06" name="그림 4905">
                <a:extLst>
                  <a:ext uri="{FF2B5EF4-FFF2-40B4-BE49-F238E27FC236}">
                    <a16:creationId xmlns:a16="http://schemas.microsoft.com/office/drawing/2014/main" id="{8DD226CE-E902-F1F1-739C-822935F5D8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2948" name="그룹 2947">
              <a:extLst>
                <a:ext uri="{FF2B5EF4-FFF2-40B4-BE49-F238E27FC236}">
                  <a16:creationId xmlns:a16="http://schemas.microsoft.com/office/drawing/2014/main" id="{97B6B6D2-5A48-35F1-A689-BBE8A5222D6F}"/>
                </a:ext>
              </a:extLst>
            </p:cNvPr>
            <p:cNvGrpSpPr/>
            <p:nvPr/>
          </p:nvGrpSpPr>
          <p:grpSpPr>
            <a:xfrm>
              <a:off x="1997075" y="4128473"/>
              <a:ext cx="1923268" cy="161636"/>
              <a:chOff x="2178280" y="4131201"/>
              <a:chExt cx="3764768" cy="133584"/>
            </a:xfrm>
          </p:grpSpPr>
          <p:pic>
            <p:nvPicPr>
              <p:cNvPr id="2997" name="그림 2996">
                <a:extLst>
                  <a:ext uri="{FF2B5EF4-FFF2-40B4-BE49-F238E27FC236}">
                    <a16:creationId xmlns:a16="http://schemas.microsoft.com/office/drawing/2014/main" id="{BBCAB039-9A5C-F927-D80B-14C5C24435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98" name="그림 2997">
                <a:extLst>
                  <a:ext uri="{FF2B5EF4-FFF2-40B4-BE49-F238E27FC236}">
                    <a16:creationId xmlns:a16="http://schemas.microsoft.com/office/drawing/2014/main" id="{982109CB-EF5A-21C3-CC2A-197058A2B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99" name="그림 2998">
                <a:extLst>
                  <a:ext uri="{FF2B5EF4-FFF2-40B4-BE49-F238E27FC236}">
                    <a16:creationId xmlns:a16="http://schemas.microsoft.com/office/drawing/2014/main" id="{7617417C-326A-1BC5-6E43-1C86C52210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000" name="그림 2999">
                <a:extLst>
                  <a:ext uri="{FF2B5EF4-FFF2-40B4-BE49-F238E27FC236}">
                    <a16:creationId xmlns:a16="http://schemas.microsoft.com/office/drawing/2014/main" id="{3FA03077-D836-BEBC-E2E2-DE6A61C62F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001" name="그림 3000">
                <a:extLst>
                  <a:ext uri="{FF2B5EF4-FFF2-40B4-BE49-F238E27FC236}">
                    <a16:creationId xmlns:a16="http://schemas.microsoft.com/office/drawing/2014/main" id="{B90E75AD-3022-43C8-5502-C1A0C83AEA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002" name="그림 3001">
                <a:extLst>
                  <a:ext uri="{FF2B5EF4-FFF2-40B4-BE49-F238E27FC236}">
                    <a16:creationId xmlns:a16="http://schemas.microsoft.com/office/drawing/2014/main" id="{C7D4A5BB-9AB2-3743-407A-DFEBCC0BFD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003" name="그림 3002">
                <a:extLst>
                  <a:ext uri="{FF2B5EF4-FFF2-40B4-BE49-F238E27FC236}">
                    <a16:creationId xmlns:a16="http://schemas.microsoft.com/office/drawing/2014/main" id="{5570B9BD-B181-6EEB-2060-105D768A48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004" name="그림 3003">
                <a:extLst>
                  <a:ext uri="{FF2B5EF4-FFF2-40B4-BE49-F238E27FC236}">
                    <a16:creationId xmlns:a16="http://schemas.microsoft.com/office/drawing/2014/main" id="{378CB371-69D9-B34E-4CBF-09B98C5345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005" name="그림 3004">
                <a:extLst>
                  <a:ext uri="{FF2B5EF4-FFF2-40B4-BE49-F238E27FC236}">
                    <a16:creationId xmlns:a16="http://schemas.microsoft.com/office/drawing/2014/main" id="{EDE76945-11A4-96EC-29DF-8FEC692893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006" name="그림 3005">
                <a:extLst>
                  <a:ext uri="{FF2B5EF4-FFF2-40B4-BE49-F238E27FC236}">
                    <a16:creationId xmlns:a16="http://schemas.microsoft.com/office/drawing/2014/main" id="{DB6FFCAA-BFC6-493B-E9BD-8CCBA15234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2949" name="그룹 2948">
              <a:extLst>
                <a:ext uri="{FF2B5EF4-FFF2-40B4-BE49-F238E27FC236}">
                  <a16:creationId xmlns:a16="http://schemas.microsoft.com/office/drawing/2014/main" id="{2B264821-9465-BBDA-63EE-6771CA6D20ED}"/>
                </a:ext>
              </a:extLst>
            </p:cNvPr>
            <p:cNvGrpSpPr/>
            <p:nvPr/>
          </p:nvGrpSpPr>
          <p:grpSpPr>
            <a:xfrm>
              <a:off x="3927475" y="4128473"/>
              <a:ext cx="1923268" cy="161636"/>
              <a:chOff x="2178280" y="4131201"/>
              <a:chExt cx="3764768" cy="133584"/>
            </a:xfrm>
          </p:grpSpPr>
          <p:pic>
            <p:nvPicPr>
              <p:cNvPr id="2987" name="그림 2986">
                <a:extLst>
                  <a:ext uri="{FF2B5EF4-FFF2-40B4-BE49-F238E27FC236}">
                    <a16:creationId xmlns:a16="http://schemas.microsoft.com/office/drawing/2014/main" id="{065F8CF8-5309-A586-DBAC-2AF2D695AA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88" name="그림 2987">
                <a:extLst>
                  <a:ext uri="{FF2B5EF4-FFF2-40B4-BE49-F238E27FC236}">
                    <a16:creationId xmlns:a16="http://schemas.microsoft.com/office/drawing/2014/main" id="{7CDD2AC7-0E13-87AB-9BBA-65E3087D54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89" name="그림 2988">
                <a:extLst>
                  <a:ext uri="{FF2B5EF4-FFF2-40B4-BE49-F238E27FC236}">
                    <a16:creationId xmlns:a16="http://schemas.microsoft.com/office/drawing/2014/main" id="{40437DAE-838C-8080-F4AC-CF9A95736D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90" name="그림 2989">
                <a:extLst>
                  <a:ext uri="{FF2B5EF4-FFF2-40B4-BE49-F238E27FC236}">
                    <a16:creationId xmlns:a16="http://schemas.microsoft.com/office/drawing/2014/main" id="{A8BDF7E6-F5F7-2307-555E-BDB3D43BDE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91" name="그림 2990">
                <a:extLst>
                  <a:ext uri="{FF2B5EF4-FFF2-40B4-BE49-F238E27FC236}">
                    <a16:creationId xmlns:a16="http://schemas.microsoft.com/office/drawing/2014/main" id="{DB5BCEAF-FD68-D879-8236-484F34964E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92" name="그림 2991">
                <a:extLst>
                  <a:ext uri="{FF2B5EF4-FFF2-40B4-BE49-F238E27FC236}">
                    <a16:creationId xmlns:a16="http://schemas.microsoft.com/office/drawing/2014/main" id="{42036537-38C9-8DCD-9310-E07785977D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93" name="그림 2992">
                <a:extLst>
                  <a:ext uri="{FF2B5EF4-FFF2-40B4-BE49-F238E27FC236}">
                    <a16:creationId xmlns:a16="http://schemas.microsoft.com/office/drawing/2014/main" id="{D975F74A-7C2D-C17B-A9B0-B463610813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94" name="그림 2993">
                <a:extLst>
                  <a:ext uri="{FF2B5EF4-FFF2-40B4-BE49-F238E27FC236}">
                    <a16:creationId xmlns:a16="http://schemas.microsoft.com/office/drawing/2014/main" id="{293A4337-9299-43D4-209E-B644280F2C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95" name="그림 2994">
                <a:extLst>
                  <a:ext uri="{FF2B5EF4-FFF2-40B4-BE49-F238E27FC236}">
                    <a16:creationId xmlns:a16="http://schemas.microsoft.com/office/drawing/2014/main" id="{073F9875-8493-5B3E-5528-1D5C4324B9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96" name="그림 2995">
                <a:extLst>
                  <a:ext uri="{FF2B5EF4-FFF2-40B4-BE49-F238E27FC236}">
                    <a16:creationId xmlns:a16="http://schemas.microsoft.com/office/drawing/2014/main" id="{8B2BDCD2-174E-C15E-E0F8-A87A40A59A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2950" name="그룹 2949">
              <a:extLst>
                <a:ext uri="{FF2B5EF4-FFF2-40B4-BE49-F238E27FC236}">
                  <a16:creationId xmlns:a16="http://schemas.microsoft.com/office/drawing/2014/main" id="{7AA652BA-68A9-3BB9-6573-9CBBE04D32C6}"/>
                </a:ext>
              </a:extLst>
            </p:cNvPr>
            <p:cNvGrpSpPr/>
            <p:nvPr/>
          </p:nvGrpSpPr>
          <p:grpSpPr>
            <a:xfrm>
              <a:off x="5857875" y="4128473"/>
              <a:ext cx="1923268" cy="161636"/>
              <a:chOff x="2178280" y="4131201"/>
              <a:chExt cx="3764768" cy="133584"/>
            </a:xfrm>
          </p:grpSpPr>
          <p:pic>
            <p:nvPicPr>
              <p:cNvPr id="2962" name="그림 2961">
                <a:extLst>
                  <a:ext uri="{FF2B5EF4-FFF2-40B4-BE49-F238E27FC236}">
                    <a16:creationId xmlns:a16="http://schemas.microsoft.com/office/drawing/2014/main" id="{0AD7344D-E03D-C2AC-B625-9D43B4EC65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63" name="그림 2962">
                <a:extLst>
                  <a:ext uri="{FF2B5EF4-FFF2-40B4-BE49-F238E27FC236}">
                    <a16:creationId xmlns:a16="http://schemas.microsoft.com/office/drawing/2014/main" id="{7BAAB6BF-D272-89B8-A5C7-3CE02A6DAD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64" name="그림 2963">
                <a:extLst>
                  <a:ext uri="{FF2B5EF4-FFF2-40B4-BE49-F238E27FC236}">
                    <a16:creationId xmlns:a16="http://schemas.microsoft.com/office/drawing/2014/main" id="{2DC6B0DE-9405-3EAB-FA7B-D41BCEFF44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65" name="그림 2964">
                <a:extLst>
                  <a:ext uri="{FF2B5EF4-FFF2-40B4-BE49-F238E27FC236}">
                    <a16:creationId xmlns:a16="http://schemas.microsoft.com/office/drawing/2014/main" id="{C30E845C-91F2-8B1C-40BB-56CA92B009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66" name="그림 2965">
                <a:extLst>
                  <a:ext uri="{FF2B5EF4-FFF2-40B4-BE49-F238E27FC236}">
                    <a16:creationId xmlns:a16="http://schemas.microsoft.com/office/drawing/2014/main" id="{2D735383-AB2B-11C2-7949-EEC1EFE643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82" name="그림 2981">
                <a:extLst>
                  <a:ext uri="{FF2B5EF4-FFF2-40B4-BE49-F238E27FC236}">
                    <a16:creationId xmlns:a16="http://schemas.microsoft.com/office/drawing/2014/main" id="{F3562E96-FE1C-3538-CA2C-8BDDC35F0A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83" name="그림 2982">
                <a:extLst>
                  <a:ext uri="{FF2B5EF4-FFF2-40B4-BE49-F238E27FC236}">
                    <a16:creationId xmlns:a16="http://schemas.microsoft.com/office/drawing/2014/main" id="{E15ABED3-8441-0CA9-43FA-E4890482C7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84" name="그림 2983">
                <a:extLst>
                  <a:ext uri="{FF2B5EF4-FFF2-40B4-BE49-F238E27FC236}">
                    <a16:creationId xmlns:a16="http://schemas.microsoft.com/office/drawing/2014/main" id="{41924914-84A9-EEA4-D6EB-C942995B48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85" name="그림 2984">
                <a:extLst>
                  <a:ext uri="{FF2B5EF4-FFF2-40B4-BE49-F238E27FC236}">
                    <a16:creationId xmlns:a16="http://schemas.microsoft.com/office/drawing/2014/main" id="{287AFD52-5735-302E-2B5C-2D32C2FB38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86" name="그림 2985">
                <a:extLst>
                  <a:ext uri="{FF2B5EF4-FFF2-40B4-BE49-F238E27FC236}">
                    <a16:creationId xmlns:a16="http://schemas.microsoft.com/office/drawing/2014/main" id="{C691385E-F9CF-54C7-E844-4F1352CF85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2951" name="그룹 2950">
              <a:extLst>
                <a:ext uri="{FF2B5EF4-FFF2-40B4-BE49-F238E27FC236}">
                  <a16:creationId xmlns:a16="http://schemas.microsoft.com/office/drawing/2014/main" id="{78747096-BA3E-82AA-DD7B-E1160B3F4D58}"/>
                </a:ext>
              </a:extLst>
            </p:cNvPr>
            <p:cNvGrpSpPr/>
            <p:nvPr/>
          </p:nvGrpSpPr>
          <p:grpSpPr>
            <a:xfrm>
              <a:off x="7788275" y="4128473"/>
              <a:ext cx="1923268" cy="161636"/>
              <a:chOff x="2178280" y="4131201"/>
              <a:chExt cx="3764768" cy="133584"/>
            </a:xfrm>
          </p:grpSpPr>
          <p:pic>
            <p:nvPicPr>
              <p:cNvPr id="2952" name="그림 2951">
                <a:extLst>
                  <a:ext uri="{FF2B5EF4-FFF2-40B4-BE49-F238E27FC236}">
                    <a16:creationId xmlns:a16="http://schemas.microsoft.com/office/drawing/2014/main" id="{3F9E4027-16A4-DD07-27A9-297440E9AA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53" name="그림 2952">
                <a:extLst>
                  <a:ext uri="{FF2B5EF4-FFF2-40B4-BE49-F238E27FC236}">
                    <a16:creationId xmlns:a16="http://schemas.microsoft.com/office/drawing/2014/main" id="{3FFDF919-7CD8-4D16-EBF8-FD99FCAF50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54" name="그림 2953">
                <a:extLst>
                  <a:ext uri="{FF2B5EF4-FFF2-40B4-BE49-F238E27FC236}">
                    <a16:creationId xmlns:a16="http://schemas.microsoft.com/office/drawing/2014/main" id="{5987D898-78EE-039B-B98E-0F9655EABF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55" name="그림 2954">
                <a:extLst>
                  <a:ext uri="{FF2B5EF4-FFF2-40B4-BE49-F238E27FC236}">
                    <a16:creationId xmlns:a16="http://schemas.microsoft.com/office/drawing/2014/main" id="{AFE90193-83DD-DC26-5DDB-B9FC398ADF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56" name="그림 2955">
                <a:extLst>
                  <a:ext uri="{FF2B5EF4-FFF2-40B4-BE49-F238E27FC236}">
                    <a16:creationId xmlns:a16="http://schemas.microsoft.com/office/drawing/2014/main" id="{3364F775-BF87-A14F-5645-459931F222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57" name="그림 2956">
                <a:extLst>
                  <a:ext uri="{FF2B5EF4-FFF2-40B4-BE49-F238E27FC236}">
                    <a16:creationId xmlns:a16="http://schemas.microsoft.com/office/drawing/2014/main" id="{39898F94-C58F-4284-D3A6-9FA7FEC3F6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58" name="그림 2957">
                <a:extLst>
                  <a:ext uri="{FF2B5EF4-FFF2-40B4-BE49-F238E27FC236}">
                    <a16:creationId xmlns:a16="http://schemas.microsoft.com/office/drawing/2014/main" id="{3954C734-E5F0-30E8-6815-31394248A9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59" name="그림 2958">
                <a:extLst>
                  <a:ext uri="{FF2B5EF4-FFF2-40B4-BE49-F238E27FC236}">
                    <a16:creationId xmlns:a16="http://schemas.microsoft.com/office/drawing/2014/main" id="{F8C5ACA3-FF09-AA8F-279D-79F6C8DAAE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60" name="그림 2959">
                <a:extLst>
                  <a:ext uri="{FF2B5EF4-FFF2-40B4-BE49-F238E27FC236}">
                    <a16:creationId xmlns:a16="http://schemas.microsoft.com/office/drawing/2014/main" id="{15C01A17-699F-5F2D-C7F4-F5B8EB3807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2961" name="그림 2960">
                <a:extLst>
                  <a:ext uri="{FF2B5EF4-FFF2-40B4-BE49-F238E27FC236}">
                    <a16:creationId xmlns:a16="http://schemas.microsoft.com/office/drawing/2014/main" id="{0CD77EF7-B390-1EBD-3B33-08C08CAE1B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</p:grpSp>
      <p:grpSp>
        <p:nvGrpSpPr>
          <p:cNvPr id="4907" name="그룹 4906">
            <a:extLst>
              <a:ext uri="{FF2B5EF4-FFF2-40B4-BE49-F238E27FC236}">
                <a16:creationId xmlns:a16="http://schemas.microsoft.com/office/drawing/2014/main" id="{B0D7506F-647B-4C8C-1ACC-51D55A45D6FB}"/>
              </a:ext>
            </a:extLst>
          </p:cNvPr>
          <p:cNvGrpSpPr/>
          <p:nvPr userDrawn="1"/>
        </p:nvGrpSpPr>
        <p:grpSpPr>
          <a:xfrm>
            <a:off x="66675" y="4735851"/>
            <a:ext cx="9644868" cy="110400"/>
            <a:chOff x="66675" y="4128473"/>
            <a:chExt cx="9644868" cy="161636"/>
          </a:xfrm>
        </p:grpSpPr>
        <p:grpSp>
          <p:nvGrpSpPr>
            <p:cNvPr id="4908" name="그룹 4907">
              <a:extLst>
                <a:ext uri="{FF2B5EF4-FFF2-40B4-BE49-F238E27FC236}">
                  <a16:creationId xmlns:a16="http://schemas.microsoft.com/office/drawing/2014/main" id="{68E92195-8F7C-049F-D2D4-F1440FA5065D}"/>
                </a:ext>
              </a:extLst>
            </p:cNvPr>
            <p:cNvGrpSpPr/>
            <p:nvPr/>
          </p:nvGrpSpPr>
          <p:grpSpPr>
            <a:xfrm>
              <a:off x="66675" y="4128473"/>
              <a:ext cx="1923268" cy="161636"/>
              <a:chOff x="2178280" y="4131201"/>
              <a:chExt cx="3764768" cy="133584"/>
            </a:xfrm>
          </p:grpSpPr>
          <p:pic>
            <p:nvPicPr>
              <p:cNvPr id="4989" name="그림 4988">
                <a:extLst>
                  <a:ext uri="{FF2B5EF4-FFF2-40B4-BE49-F238E27FC236}">
                    <a16:creationId xmlns:a16="http://schemas.microsoft.com/office/drawing/2014/main" id="{6C61FEE5-5998-619B-9B75-1AA7DB7642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90" name="그림 4989">
                <a:extLst>
                  <a:ext uri="{FF2B5EF4-FFF2-40B4-BE49-F238E27FC236}">
                    <a16:creationId xmlns:a16="http://schemas.microsoft.com/office/drawing/2014/main" id="{1F43F497-BCFB-2D38-4A39-07594A820D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92" name="그림 4991">
                <a:extLst>
                  <a:ext uri="{FF2B5EF4-FFF2-40B4-BE49-F238E27FC236}">
                    <a16:creationId xmlns:a16="http://schemas.microsoft.com/office/drawing/2014/main" id="{2333667C-DC2A-8A29-1F86-573B8D60C1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94" name="그림 4993">
                <a:extLst>
                  <a:ext uri="{FF2B5EF4-FFF2-40B4-BE49-F238E27FC236}">
                    <a16:creationId xmlns:a16="http://schemas.microsoft.com/office/drawing/2014/main" id="{E9710513-E2EB-8403-70C8-EEB0A84582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97" name="그림 4996">
                <a:extLst>
                  <a:ext uri="{FF2B5EF4-FFF2-40B4-BE49-F238E27FC236}">
                    <a16:creationId xmlns:a16="http://schemas.microsoft.com/office/drawing/2014/main" id="{81FF32AB-0B25-9487-F755-A3FE00FFC1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99" name="그림 4998">
                <a:extLst>
                  <a:ext uri="{FF2B5EF4-FFF2-40B4-BE49-F238E27FC236}">
                    <a16:creationId xmlns:a16="http://schemas.microsoft.com/office/drawing/2014/main" id="{788AFF85-4395-6519-0A6A-E8DEB6545B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49" name="그림 5048">
                <a:extLst>
                  <a:ext uri="{FF2B5EF4-FFF2-40B4-BE49-F238E27FC236}">
                    <a16:creationId xmlns:a16="http://schemas.microsoft.com/office/drawing/2014/main" id="{0C225668-CF3E-6C3E-43E6-1905517BBA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584" name="그림 3583">
                <a:extLst>
                  <a:ext uri="{FF2B5EF4-FFF2-40B4-BE49-F238E27FC236}">
                    <a16:creationId xmlns:a16="http://schemas.microsoft.com/office/drawing/2014/main" id="{38D26261-3652-4092-C82F-C37067F898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585" name="그림 3584">
                <a:extLst>
                  <a:ext uri="{FF2B5EF4-FFF2-40B4-BE49-F238E27FC236}">
                    <a16:creationId xmlns:a16="http://schemas.microsoft.com/office/drawing/2014/main" id="{A3D367F4-60D1-755C-DC28-2B9ED36A2E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586" name="그림 3585">
                <a:extLst>
                  <a:ext uri="{FF2B5EF4-FFF2-40B4-BE49-F238E27FC236}">
                    <a16:creationId xmlns:a16="http://schemas.microsoft.com/office/drawing/2014/main" id="{CA9ADB3D-B8C7-CDE8-744C-C9D23362FC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4909" name="그룹 4908">
              <a:extLst>
                <a:ext uri="{FF2B5EF4-FFF2-40B4-BE49-F238E27FC236}">
                  <a16:creationId xmlns:a16="http://schemas.microsoft.com/office/drawing/2014/main" id="{5DB4F2C2-C12A-7EF4-E93E-C0A12620E783}"/>
                </a:ext>
              </a:extLst>
            </p:cNvPr>
            <p:cNvGrpSpPr/>
            <p:nvPr/>
          </p:nvGrpSpPr>
          <p:grpSpPr>
            <a:xfrm>
              <a:off x="1997075" y="4128473"/>
              <a:ext cx="1923268" cy="161636"/>
              <a:chOff x="2178280" y="4131201"/>
              <a:chExt cx="3764768" cy="133584"/>
            </a:xfrm>
          </p:grpSpPr>
          <p:pic>
            <p:nvPicPr>
              <p:cNvPr id="4979" name="그림 4978">
                <a:extLst>
                  <a:ext uri="{FF2B5EF4-FFF2-40B4-BE49-F238E27FC236}">
                    <a16:creationId xmlns:a16="http://schemas.microsoft.com/office/drawing/2014/main" id="{B9CC0325-93C6-05DA-4D49-1BD78AD452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80" name="그림 4979">
                <a:extLst>
                  <a:ext uri="{FF2B5EF4-FFF2-40B4-BE49-F238E27FC236}">
                    <a16:creationId xmlns:a16="http://schemas.microsoft.com/office/drawing/2014/main" id="{1AC281AC-C884-C50F-E6E1-35949C9F31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81" name="그림 4980">
                <a:extLst>
                  <a:ext uri="{FF2B5EF4-FFF2-40B4-BE49-F238E27FC236}">
                    <a16:creationId xmlns:a16="http://schemas.microsoft.com/office/drawing/2014/main" id="{012511F5-C792-0B29-7F50-68725F350F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82" name="그림 4981">
                <a:extLst>
                  <a:ext uri="{FF2B5EF4-FFF2-40B4-BE49-F238E27FC236}">
                    <a16:creationId xmlns:a16="http://schemas.microsoft.com/office/drawing/2014/main" id="{ED632DD4-826E-A699-4720-47814978B0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83" name="그림 4982">
                <a:extLst>
                  <a:ext uri="{FF2B5EF4-FFF2-40B4-BE49-F238E27FC236}">
                    <a16:creationId xmlns:a16="http://schemas.microsoft.com/office/drawing/2014/main" id="{7EDB967B-1061-2BA7-C556-87E2744C6E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84" name="그림 4983">
                <a:extLst>
                  <a:ext uri="{FF2B5EF4-FFF2-40B4-BE49-F238E27FC236}">
                    <a16:creationId xmlns:a16="http://schemas.microsoft.com/office/drawing/2014/main" id="{A15BAC75-267F-4F6D-746A-187BA9F896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85" name="그림 4984">
                <a:extLst>
                  <a:ext uri="{FF2B5EF4-FFF2-40B4-BE49-F238E27FC236}">
                    <a16:creationId xmlns:a16="http://schemas.microsoft.com/office/drawing/2014/main" id="{7267DACA-563F-0539-1064-24D7B618BF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86" name="그림 4985">
                <a:extLst>
                  <a:ext uri="{FF2B5EF4-FFF2-40B4-BE49-F238E27FC236}">
                    <a16:creationId xmlns:a16="http://schemas.microsoft.com/office/drawing/2014/main" id="{E6FE2080-D3F9-ABF1-FBE5-BBEF375DF7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87" name="그림 4986">
                <a:extLst>
                  <a:ext uri="{FF2B5EF4-FFF2-40B4-BE49-F238E27FC236}">
                    <a16:creationId xmlns:a16="http://schemas.microsoft.com/office/drawing/2014/main" id="{BE766354-DA36-960F-2073-FC2C7C7425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88" name="그림 4987">
                <a:extLst>
                  <a:ext uri="{FF2B5EF4-FFF2-40B4-BE49-F238E27FC236}">
                    <a16:creationId xmlns:a16="http://schemas.microsoft.com/office/drawing/2014/main" id="{E219EB47-D77F-57C4-E316-9BEE61621A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4910" name="그룹 4909">
              <a:extLst>
                <a:ext uri="{FF2B5EF4-FFF2-40B4-BE49-F238E27FC236}">
                  <a16:creationId xmlns:a16="http://schemas.microsoft.com/office/drawing/2014/main" id="{E0D07CED-23C2-52A4-841B-F77B161CB5CA}"/>
                </a:ext>
              </a:extLst>
            </p:cNvPr>
            <p:cNvGrpSpPr/>
            <p:nvPr/>
          </p:nvGrpSpPr>
          <p:grpSpPr>
            <a:xfrm>
              <a:off x="3927475" y="4128473"/>
              <a:ext cx="1923268" cy="161636"/>
              <a:chOff x="2178280" y="4131201"/>
              <a:chExt cx="3764768" cy="133584"/>
            </a:xfrm>
          </p:grpSpPr>
          <p:pic>
            <p:nvPicPr>
              <p:cNvPr id="4969" name="그림 4968">
                <a:extLst>
                  <a:ext uri="{FF2B5EF4-FFF2-40B4-BE49-F238E27FC236}">
                    <a16:creationId xmlns:a16="http://schemas.microsoft.com/office/drawing/2014/main" id="{6EEFF8BD-EB21-DE16-6774-9516F1FD5A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70" name="그림 4969">
                <a:extLst>
                  <a:ext uri="{FF2B5EF4-FFF2-40B4-BE49-F238E27FC236}">
                    <a16:creationId xmlns:a16="http://schemas.microsoft.com/office/drawing/2014/main" id="{2CBD2C25-07B5-4556-7825-D0D8950294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71" name="그림 4970">
                <a:extLst>
                  <a:ext uri="{FF2B5EF4-FFF2-40B4-BE49-F238E27FC236}">
                    <a16:creationId xmlns:a16="http://schemas.microsoft.com/office/drawing/2014/main" id="{456737D4-3EE5-2BA1-7AF6-DDF8E99AB3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72" name="그림 4971">
                <a:extLst>
                  <a:ext uri="{FF2B5EF4-FFF2-40B4-BE49-F238E27FC236}">
                    <a16:creationId xmlns:a16="http://schemas.microsoft.com/office/drawing/2014/main" id="{4B69CD26-C79D-8BCD-2FC3-BDDE0FA2A6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73" name="그림 4972">
                <a:extLst>
                  <a:ext uri="{FF2B5EF4-FFF2-40B4-BE49-F238E27FC236}">
                    <a16:creationId xmlns:a16="http://schemas.microsoft.com/office/drawing/2014/main" id="{E3058961-E920-1545-33C3-599CE82CA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74" name="그림 4973">
                <a:extLst>
                  <a:ext uri="{FF2B5EF4-FFF2-40B4-BE49-F238E27FC236}">
                    <a16:creationId xmlns:a16="http://schemas.microsoft.com/office/drawing/2014/main" id="{C4056E12-2E4D-FAB7-12C9-3224676290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75" name="그림 4974">
                <a:extLst>
                  <a:ext uri="{FF2B5EF4-FFF2-40B4-BE49-F238E27FC236}">
                    <a16:creationId xmlns:a16="http://schemas.microsoft.com/office/drawing/2014/main" id="{EFB44F13-BF91-C9B6-C9EB-4954B43B95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76" name="그림 4975">
                <a:extLst>
                  <a:ext uri="{FF2B5EF4-FFF2-40B4-BE49-F238E27FC236}">
                    <a16:creationId xmlns:a16="http://schemas.microsoft.com/office/drawing/2014/main" id="{39D1141A-B5F9-5393-5BB4-0E6506F46C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77" name="그림 4976">
                <a:extLst>
                  <a:ext uri="{FF2B5EF4-FFF2-40B4-BE49-F238E27FC236}">
                    <a16:creationId xmlns:a16="http://schemas.microsoft.com/office/drawing/2014/main" id="{2FF45834-A886-891B-31AA-B42D8C3B27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78" name="그림 4977">
                <a:extLst>
                  <a:ext uri="{FF2B5EF4-FFF2-40B4-BE49-F238E27FC236}">
                    <a16:creationId xmlns:a16="http://schemas.microsoft.com/office/drawing/2014/main" id="{5600BE49-D4D5-6F27-D82D-B836B419ED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4911" name="그룹 4910">
              <a:extLst>
                <a:ext uri="{FF2B5EF4-FFF2-40B4-BE49-F238E27FC236}">
                  <a16:creationId xmlns:a16="http://schemas.microsoft.com/office/drawing/2014/main" id="{E6BA1B84-2816-6A7E-0682-8005AD572044}"/>
                </a:ext>
              </a:extLst>
            </p:cNvPr>
            <p:cNvGrpSpPr/>
            <p:nvPr/>
          </p:nvGrpSpPr>
          <p:grpSpPr>
            <a:xfrm>
              <a:off x="5857875" y="4128473"/>
              <a:ext cx="1923268" cy="161636"/>
              <a:chOff x="2178280" y="4131201"/>
              <a:chExt cx="3764768" cy="133584"/>
            </a:xfrm>
          </p:grpSpPr>
          <p:pic>
            <p:nvPicPr>
              <p:cNvPr id="4959" name="그림 4958">
                <a:extLst>
                  <a:ext uri="{FF2B5EF4-FFF2-40B4-BE49-F238E27FC236}">
                    <a16:creationId xmlns:a16="http://schemas.microsoft.com/office/drawing/2014/main" id="{5A8B0237-B62D-FE13-9FEC-F0B2365B7E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60" name="그림 4959">
                <a:extLst>
                  <a:ext uri="{FF2B5EF4-FFF2-40B4-BE49-F238E27FC236}">
                    <a16:creationId xmlns:a16="http://schemas.microsoft.com/office/drawing/2014/main" id="{AA98582E-BFDB-A0A1-B5E7-F6D74F699C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61" name="그림 4960">
                <a:extLst>
                  <a:ext uri="{FF2B5EF4-FFF2-40B4-BE49-F238E27FC236}">
                    <a16:creationId xmlns:a16="http://schemas.microsoft.com/office/drawing/2014/main" id="{915804F2-A281-DA98-7CA4-055BB82387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62" name="그림 4961">
                <a:extLst>
                  <a:ext uri="{FF2B5EF4-FFF2-40B4-BE49-F238E27FC236}">
                    <a16:creationId xmlns:a16="http://schemas.microsoft.com/office/drawing/2014/main" id="{FEC59FB8-E9D3-76E9-8852-868DF6BD90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63" name="그림 4962">
                <a:extLst>
                  <a:ext uri="{FF2B5EF4-FFF2-40B4-BE49-F238E27FC236}">
                    <a16:creationId xmlns:a16="http://schemas.microsoft.com/office/drawing/2014/main" id="{EF9E261A-1D03-A9EF-9CB4-DC43681E90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64" name="그림 4963">
                <a:extLst>
                  <a:ext uri="{FF2B5EF4-FFF2-40B4-BE49-F238E27FC236}">
                    <a16:creationId xmlns:a16="http://schemas.microsoft.com/office/drawing/2014/main" id="{0E4223D2-84F7-73E2-8495-CC5B3EB7ED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65" name="그림 4964">
                <a:extLst>
                  <a:ext uri="{FF2B5EF4-FFF2-40B4-BE49-F238E27FC236}">
                    <a16:creationId xmlns:a16="http://schemas.microsoft.com/office/drawing/2014/main" id="{EFCC7473-9FAE-470C-30C5-48CDF7F5A4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66" name="그림 4965">
                <a:extLst>
                  <a:ext uri="{FF2B5EF4-FFF2-40B4-BE49-F238E27FC236}">
                    <a16:creationId xmlns:a16="http://schemas.microsoft.com/office/drawing/2014/main" id="{3066DA90-F872-47D2-C3FD-121A4499D5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67" name="그림 4966">
                <a:extLst>
                  <a:ext uri="{FF2B5EF4-FFF2-40B4-BE49-F238E27FC236}">
                    <a16:creationId xmlns:a16="http://schemas.microsoft.com/office/drawing/2014/main" id="{1FF05043-A031-885F-8745-E190CB7646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68" name="그림 4967">
                <a:extLst>
                  <a:ext uri="{FF2B5EF4-FFF2-40B4-BE49-F238E27FC236}">
                    <a16:creationId xmlns:a16="http://schemas.microsoft.com/office/drawing/2014/main" id="{66CE5092-3A98-F270-719F-A526AB2A12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4912" name="그룹 4911">
              <a:extLst>
                <a:ext uri="{FF2B5EF4-FFF2-40B4-BE49-F238E27FC236}">
                  <a16:creationId xmlns:a16="http://schemas.microsoft.com/office/drawing/2014/main" id="{B964F242-0296-DEEF-3CA0-3101F0194D19}"/>
                </a:ext>
              </a:extLst>
            </p:cNvPr>
            <p:cNvGrpSpPr/>
            <p:nvPr/>
          </p:nvGrpSpPr>
          <p:grpSpPr>
            <a:xfrm>
              <a:off x="7788275" y="4128473"/>
              <a:ext cx="1923268" cy="161636"/>
              <a:chOff x="2178280" y="4131201"/>
              <a:chExt cx="3764768" cy="133584"/>
            </a:xfrm>
          </p:grpSpPr>
          <p:pic>
            <p:nvPicPr>
              <p:cNvPr id="4913" name="그림 4912">
                <a:extLst>
                  <a:ext uri="{FF2B5EF4-FFF2-40B4-BE49-F238E27FC236}">
                    <a16:creationId xmlns:a16="http://schemas.microsoft.com/office/drawing/2014/main" id="{A7503F27-C263-04B9-84A0-C18F472EF9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14" name="그림 4913">
                <a:extLst>
                  <a:ext uri="{FF2B5EF4-FFF2-40B4-BE49-F238E27FC236}">
                    <a16:creationId xmlns:a16="http://schemas.microsoft.com/office/drawing/2014/main" id="{C7313F19-FFD7-7576-EFE0-33B86A0B36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15" name="그림 4914">
                <a:extLst>
                  <a:ext uri="{FF2B5EF4-FFF2-40B4-BE49-F238E27FC236}">
                    <a16:creationId xmlns:a16="http://schemas.microsoft.com/office/drawing/2014/main" id="{BF7B220C-F7D3-F4AD-85AA-532D13131A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16" name="그림 4915">
                <a:extLst>
                  <a:ext uri="{FF2B5EF4-FFF2-40B4-BE49-F238E27FC236}">
                    <a16:creationId xmlns:a16="http://schemas.microsoft.com/office/drawing/2014/main" id="{65A8B2F8-4C53-CEC4-E98A-EEEC1F8950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17" name="그림 4916">
                <a:extLst>
                  <a:ext uri="{FF2B5EF4-FFF2-40B4-BE49-F238E27FC236}">
                    <a16:creationId xmlns:a16="http://schemas.microsoft.com/office/drawing/2014/main" id="{0D12D88D-2C1F-764F-650A-608B89CB58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18" name="그림 4917">
                <a:extLst>
                  <a:ext uri="{FF2B5EF4-FFF2-40B4-BE49-F238E27FC236}">
                    <a16:creationId xmlns:a16="http://schemas.microsoft.com/office/drawing/2014/main" id="{0F3C1CDA-A4C4-3331-8115-FD077CD576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19" name="그림 4918">
                <a:extLst>
                  <a:ext uri="{FF2B5EF4-FFF2-40B4-BE49-F238E27FC236}">
                    <a16:creationId xmlns:a16="http://schemas.microsoft.com/office/drawing/2014/main" id="{C36C6B94-9557-55A6-B3DB-3DCDFFBECE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56" name="그림 4955">
                <a:extLst>
                  <a:ext uri="{FF2B5EF4-FFF2-40B4-BE49-F238E27FC236}">
                    <a16:creationId xmlns:a16="http://schemas.microsoft.com/office/drawing/2014/main" id="{BC5CD41D-6C12-B86D-4ADD-DE80BEFAE0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57" name="그림 4956">
                <a:extLst>
                  <a:ext uri="{FF2B5EF4-FFF2-40B4-BE49-F238E27FC236}">
                    <a16:creationId xmlns:a16="http://schemas.microsoft.com/office/drawing/2014/main" id="{6F215F09-097F-6078-14FA-ADBA27C931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4958" name="그림 4957">
                <a:extLst>
                  <a:ext uri="{FF2B5EF4-FFF2-40B4-BE49-F238E27FC236}">
                    <a16:creationId xmlns:a16="http://schemas.microsoft.com/office/drawing/2014/main" id="{F5DF0A6D-5D1D-A43F-76F1-33CC899CA2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</p:grpSp>
      <p:grpSp>
        <p:nvGrpSpPr>
          <p:cNvPr id="3587" name="그룹 3586">
            <a:extLst>
              <a:ext uri="{FF2B5EF4-FFF2-40B4-BE49-F238E27FC236}">
                <a16:creationId xmlns:a16="http://schemas.microsoft.com/office/drawing/2014/main" id="{65729F56-5D45-52CB-D638-19E04C854E41}"/>
              </a:ext>
            </a:extLst>
          </p:cNvPr>
          <p:cNvGrpSpPr/>
          <p:nvPr userDrawn="1"/>
        </p:nvGrpSpPr>
        <p:grpSpPr>
          <a:xfrm>
            <a:off x="66675" y="4926255"/>
            <a:ext cx="9644868" cy="110400"/>
            <a:chOff x="66675" y="4128473"/>
            <a:chExt cx="9644868" cy="161636"/>
          </a:xfrm>
        </p:grpSpPr>
        <p:grpSp>
          <p:nvGrpSpPr>
            <p:cNvPr id="3588" name="그룹 3587">
              <a:extLst>
                <a:ext uri="{FF2B5EF4-FFF2-40B4-BE49-F238E27FC236}">
                  <a16:creationId xmlns:a16="http://schemas.microsoft.com/office/drawing/2014/main" id="{6961F415-77EB-589A-CE68-3945C33327B6}"/>
                </a:ext>
              </a:extLst>
            </p:cNvPr>
            <p:cNvGrpSpPr/>
            <p:nvPr/>
          </p:nvGrpSpPr>
          <p:grpSpPr>
            <a:xfrm>
              <a:off x="66675" y="4128473"/>
              <a:ext cx="1923268" cy="161636"/>
              <a:chOff x="2178280" y="4131201"/>
              <a:chExt cx="3764768" cy="133584"/>
            </a:xfrm>
          </p:grpSpPr>
          <p:pic>
            <p:nvPicPr>
              <p:cNvPr id="5094" name="그림 5093">
                <a:extLst>
                  <a:ext uri="{FF2B5EF4-FFF2-40B4-BE49-F238E27FC236}">
                    <a16:creationId xmlns:a16="http://schemas.microsoft.com/office/drawing/2014/main" id="{CCFE785F-249D-5AFE-7704-58A7F5AFB6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95" name="그림 5094">
                <a:extLst>
                  <a:ext uri="{FF2B5EF4-FFF2-40B4-BE49-F238E27FC236}">
                    <a16:creationId xmlns:a16="http://schemas.microsoft.com/office/drawing/2014/main" id="{728078B2-2EB7-9FAD-6C08-48CB1F13AA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96" name="그림 5095">
                <a:extLst>
                  <a:ext uri="{FF2B5EF4-FFF2-40B4-BE49-F238E27FC236}">
                    <a16:creationId xmlns:a16="http://schemas.microsoft.com/office/drawing/2014/main" id="{88071C76-FA9B-4AC7-1E82-7E021DDE55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97" name="그림 5096">
                <a:extLst>
                  <a:ext uri="{FF2B5EF4-FFF2-40B4-BE49-F238E27FC236}">
                    <a16:creationId xmlns:a16="http://schemas.microsoft.com/office/drawing/2014/main" id="{A202C45D-0372-F805-BECB-A6D70CB77F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98" name="그림 5097">
                <a:extLst>
                  <a:ext uri="{FF2B5EF4-FFF2-40B4-BE49-F238E27FC236}">
                    <a16:creationId xmlns:a16="http://schemas.microsoft.com/office/drawing/2014/main" id="{98D906D6-6F63-F3A4-9CF7-D5033A5783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99" name="그림 5098">
                <a:extLst>
                  <a:ext uri="{FF2B5EF4-FFF2-40B4-BE49-F238E27FC236}">
                    <a16:creationId xmlns:a16="http://schemas.microsoft.com/office/drawing/2014/main" id="{283E8D9C-0EE1-ED97-37D2-172CCC5081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00" name="그림 5099">
                <a:extLst>
                  <a:ext uri="{FF2B5EF4-FFF2-40B4-BE49-F238E27FC236}">
                    <a16:creationId xmlns:a16="http://schemas.microsoft.com/office/drawing/2014/main" id="{8D919CD4-564B-2139-81ED-FAC0A78034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01" name="그림 5100">
                <a:extLst>
                  <a:ext uri="{FF2B5EF4-FFF2-40B4-BE49-F238E27FC236}">
                    <a16:creationId xmlns:a16="http://schemas.microsoft.com/office/drawing/2014/main" id="{9ED9C5F3-208D-4C78-204B-9D65A50FA9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02" name="그림 5101">
                <a:extLst>
                  <a:ext uri="{FF2B5EF4-FFF2-40B4-BE49-F238E27FC236}">
                    <a16:creationId xmlns:a16="http://schemas.microsoft.com/office/drawing/2014/main" id="{F5AE1A14-0725-0BA2-8CD0-5745E7C0D9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03" name="그림 5102">
                <a:extLst>
                  <a:ext uri="{FF2B5EF4-FFF2-40B4-BE49-F238E27FC236}">
                    <a16:creationId xmlns:a16="http://schemas.microsoft.com/office/drawing/2014/main" id="{D143F317-AA73-2B8E-222D-622DB41331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3589" name="그룹 3588">
              <a:extLst>
                <a:ext uri="{FF2B5EF4-FFF2-40B4-BE49-F238E27FC236}">
                  <a16:creationId xmlns:a16="http://schemas.microsoft.com/office/drawing/2014/main" id="{58585F39-8DD7-A9C9-FC50-77C5ADF001AF}"/>
                </a:ext>
              </a:extLst>
            </p:cNvPr>
            <p:cNvGrpSpPr/>
            <p:nvPr/>
          </p:nvGrpSpPr>
          <p:grpSpPr>
            <a:xfrm>
              <a:off x="1997075" y="4128473"/>
              <a:ext cx="1923268" cy="161636"/>
              <a:chOff x="2178280" y="4131201"/>
              <a:chExt cx="3764768" cy="133584"/>
            </a:xfrm>
          </p:grpSpPr>
          <p:pic>
            <p:nvPicPr>
              <p:cNvPr id="5084" name="그림 5083">
                <a:extLst>
                  <a:ext uri="{FF2B5EF4-FFF2-40B4-BE49-F238E27FC236}">
                    <a16:creationId xmlns:a16="http://schemas.microsoft.com/office/drawing/2014/main" id="{07BB5508-F95A-B115-4371-A4974D36D5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85" name="그림 5084">
                <a:extLst>
                  <a:ext uri="{FF2B5EF4-FFF2-40B4-BE49-F238E27FC236}">
                    <a16:creationId xmlns:a16="http://schemas.microsoft.com/office/drawing/2014/main" id="{8AF7725F-1FFD-2092-08A1-79AAD794B2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86" name="그림 5085">
                <a:extLst>
                  <a:ext uri="{FF2B5EF4-FFF2-40B4-BE49-F238E27FC236}">
                    <a16:creationId xmlns:a16="http://schemas.microsoft.com/office/drawing/2014/main" id="{E6A98208-3AD0-FFE4-B893-EAD7930963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87" name="그림 5086">
                <a:extLst>
                  <a:ext uri="{FF2B5EF4-FFF2-40B4-BE49-F238E27FC236}">
                    <a16:creationId xmlns:a16="http://schemas.microsoft.com/office/drawing/2014/main" id="{1629ABFC-64D5-961D-7817-4526B330BA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88" name="그림 5087">
                <a:extLst>
                  <a:ext uri="{FF2B5EF4-FFF2-40B4-BE49-F238E27FC236}">
                    <a16:creationId xmlns:a16="http://schemas.microsoft.com/office/drawing/2014/main" id="{7987F973-326D-5F2D-F4FB-54F884288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89" name="그림 5088">
                <a:extLst>
                  <a:ext uri="{FF2B5EF4-FFF2-40B4-BE49-F238E27FC236}">
                    <a16:creationId xmlns:a16="http://schemas.microsoft.com/office/drawing/2014/main" id="{2C5806EB-8802-D82C-A957-03CE39D194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90" name="그림 5089">
                <a:extLst>
                  <a:ext uri="{FF2B5EF4-FFF2-40B4-BE49-F238E27FC236}">
                    <a16:creationId xmlns:a16="http://schemas.microsoft.com/office/drawing/2014/main" id="{0BCB688B-9C8E-EA9F-C848-47E7C03F4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91" name="그림 5090">
                <a:extLst>
                  <a:ext uri="{FF2B5EF4-FFF2-40B4-BE49-F238E27FC236}">
                    <a16:creationId xmlns:a16="http://schemas.microsoft.com/office/drawing/2014/main" id="{6C2672BB-0E5E-FDC1-6E74-363C4D0E56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92" name="그림 5091">
                <a:extLst>
                  <a:ext uri="{FF2B5EF4-FFF2-40B4-BE49-F238E27FC236}">
                    <a16:creationId xmlns:a16="http://schemas.microsoft.com/office/drawing/2014/main" id="{003C5A65-C639-1580-2B17-0C09E55B6D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93" name="그림 5092">
                <a:extLst>
                  <a:ext uri="{FF2B5EF4-FFF2-40B4-BE49-F238E27FC236}">
                    <a16:creationId xmlns:a16="http://schemas.microsoft.com/office/drawing/2014/main" id="{D70D8890-6074-C6D1-C2D8-5B182E389C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3590" name="그룹 3589">
              <a:extLst>
                <a:ext uri="{FF2B5EF4-FFF2-40B4-BE49-F238E27FC236}">
                  <a16:creationId xmlns:a16="http://schemas.microsoft.com/office/drawing/2014/main" id="{76F1E5D8-A722-964B-1527-AC327BA78470}"/>
                </a:ext>
              </a:extLst>
            </p:cNvPr>
            <p:cNvGrpSpPr/>
            <p:nvPr/>
          </p:nvGrpSpPr>
          <p:grpSpPr>
            <a:xfrm>
              <a:off x="3927475" y="4128473"/>
              <a:ext cx="1923268" cy="161636"/>
              <a:chOff x="2178280" y="4131201"/>
              <a:chExt cx="3764768" cy="133584"/>
            </a:xfrm>
          </p:grpSpPr>
          <p:pic>
            <p:nvPicPr>
              <p:cNvPr id="5074" name="그림 5073">
                <a:extLst>
                  <a:ext uri="{FF2B5EF4-FFF2-40B4-BE49-F238E27FC236}">
                    <a16:creationId xmlns:a16="http://schemas.microsoft.com/office/drawing/2014/main" id="{BCE48221-59FF-D01E-C9DF-2F6B6F32E1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75" name="그림 5074">
                <a:extLst>
                  <a:ext uri="{FF2B5EF4-FFF2-40B4-BE49-F238E27FC236}">
                    <a16:creationId xmlns:a16="http://schemas.microsoft.com/office/drawing/2014/main" id="{4772C4D6-759E-4AD2-9C9A-7BB9B8DA88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76" name="그림 5075">
                <a:extLst>
                  <a:ext uri="{FF2B5EF4-FFF2-40B4-BE49-F238E27FC236}">
                    <a16:creationId xmlns:a16="http://schemas.microsoft.com/office/drawing/2014/main" id="{A1CED7C0-CEEA-A4DF-D826-758858D9DD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77" name="그림 5076">
                <a:extLst>
                  <a:ext uri="{FF2B5EF4-FFF2-40B4-BE49-F238E27FC236}">
                    <a16:creationId xmlns:a16="http://schemas.microsoft.com/office/drawing/2014/main" id="{40F8BA37-EF49-FE1F-30B1-E8BC7EFD78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78" name="그림 5077">
                <a:extLst>
                  <a:ext uri="{FF2B5EF4-FFF2-40B4-BE49-F238E27FC236}">
                    <a16:creationId xmlns:a16="http://schemas.microsoft.com/office/drawing/2014/main" id="{E47E8D9B-5F17-7096-DE65-89EB598239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79" name="그림 5078">
                <a:extLst>
                  <a:ext uri="{FF2B5EF4-FFF2-40B4-BE49-F238E27FC236}">
                    <a16:creationId xmlns:a16="http://schemas.microsoft.com/office/drawing/2014/main" id="{E92ABE65-51BE-272F-B289-0B84139774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80" name="그림 5079">
                <a:extLst>
                  <a:ext uri="{FF2B5EF4-FFF2-40B4-BE49-F238E27FC236}">
                    <a16:creationId xmlns:a16="http://schemas.microsoft.com/office/drawing/2014/main" id="{E8FD8052-1DD6-8A31-4888-25876ED937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81" name="그림 5080">
                <a:extLst>
                  <a:ext uri="{FF2B5EF4-FFF2-40B4-BE49-F238E27FC236}">
                    <a16:creationId xmlns:a16="http://schemas.microsoft.com/office/drawing/2014/main" id="{4418B121-B10B-463E-E162-985B239CB8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82" name="그림 5081">
                <a:extLst>
                  <a:ext uri="{FF2B5EF4-FFF2-40B4-BE49-F238E27FC236}">
                    <a16:creationId xmlns:a16="http://schemas.microsoft.com/office/drawing/2014/main" id="{CE5BA43F-F5BD-1CDE-B305-9C3C00F82D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83" name="그림 5082">
                <a:extLst>
                  <a:ext uri="{FF2B5EF4-FFF2-40B4-BE49-F238E27FC236}">
                    <a16:creationId xmlns:a16="http://schemas.microsoft.com/office/drawing/2014/main" id="{B2F4493C-AAD8-D8F7-A486-1C223A4EE9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3591" name="그룹 3590">
              <a:extLst>
                <a:ext uri="{FF2B5EF4-FFF2-40B4-BE49-F238E27FC236}">
                  <a16:creationId xmlns:a16="http://schemas.microsoft.com/office/drawing/2014/main" id="{616B23FB-C246-3F90-0945-D3905F6DEEE3}"/>
                </a:ext>
              </a:extLst>
            </p:cNvPr>
            <p:cNvGrpSpPr/>
            <p:nvPr/>
          </p:nvGrpSpPr>
          <p:grpSpPr>
            <a:xfrm>
              <a:off x="5857875" y="4128473"/>
              <a:ext cx="1923268" cy="161636"/>
              <a:chOff x="2178280" y="4131201"/>
              <a:chExt cx="3764768" cy="133584"/>
            </a:xfrm>
          </p:grpSpPr>
          <p:pic>
            <p:nvPicPr>
              <p:cNvPr id="5064" name="그림 5063">
                <a:extLst>
                  <a:ext uri="{FF2B5EF4-FFF2-40B4-BE49-F238E27FC236}">
                    <a16:creationId xmlns:a16="http://schemas.microsoft.com/office/drawing/2014/main" id="{A23B17E5-2A0F-FA61-ACC2-BEEB8C4E01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65" name="그림 5064">
                <a:extLst>
                  <a:ext uri="{FF2B5EF4-FFF2-40B4-BE49-F238E27FC236}">
                    <a16:creationId xmlns:a16="http://schemas.microsoft.com/office/drawing/2014/main" id="{7A01CA2E-364C-2844-26A9-4AF19BFEE4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66" name="그림 5065">
                <a:extLst>
                  <a:ext uri="{FF2B5EF4-FFF2-40B4-BE49-F238E27FC236}">
                    <a16:creationId xmlns:a16="http://schemas.microsoft.com/office/drawing/2014/main" id="{E06C8E38-B98F-A83D-3E16-E198912B93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67" name="그림 5066">
                <a:extLst>
                  <a:ext uri="{FF2B5EF4-FFF2-40B4-BE49-F238E27FC236}">
                    <a16:creationId xmlns:a16="http://schemas.microsoft.com/office/drawing/2014/main" id="{EC5C727B-1ECF-A500-5F79-6A7021166B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68" name="그림 5067">
                <a:extLst>
                  <a:ext uri="{FF2B5EF4-FFF2-40B4-BE49-F238E27FC236}">
                    <a16:creationId xmlns:a16="http://schemas.microsoft.com/office/drawing/2014/main" id="{201DA041-448D-3601-26CA-8157312968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69" name="그림 5068">
                <a:extLst>
                  <a:ext uri="{FF2B5EF4-FFF2-40B4-BE49-F238E27FC236}">
                    <a16:creationId xmlns:a16="http://schemas.microsoft.com/office/drawing/2014/main" id="{17FDEC82-DC93-D947-83FB-40042287E9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70" name="그림 5069">
                <a:extLst>
                  <a:ext uri="{FF2B5EF4-FFF2-40B4-BE49-F238E27FC236}">
                    <a16:creationId xmlns:a16="http://schemas.microsoft.com/office/drawing/2014/main" id="{8B7AB007-3081-E063-6C9B-91DD6286E0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71" name="그림 5070">
                <a:extLst>
                  <a:ext uri="{FF2B5EF4-FFF2-40B4-BE49-F238E27FC236}">
                    <a16:creationId xmlns:a16="http://schemas.microsoft.com/office/drawing/2014/main" id="{B3B66783-F663-355A-D737-906CC756A8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72" name="그림 5071">
                <a:extLst>
                  <a:ext uri="{FF2B5EF4-FFF2-40B4-BE49-F238E27FC236}">
                    <a16:creationId xmlns:a16="http://schemas.microsoft.com/office/drawing/2014/main" id="{5E4F0326-559C-9803-A213-8F6DF7410F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73" name="그림 5072">
                <a:extLst>
                  <a:ext uri="{FF2B5EF4-FFF2-40B4-BE49-F238E27FC236}">
                    <a16:creationId xmlns:a16="http://schemas.microsoft.com/office/drawing/2014/main" id="{A6A16683-BA72-67A1-1336-108CF72206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3592" name="그룹 3591">
              <a:extLst>
                <a:ext uri="{FF2B5EF4-FFF2-40B4-BE49-F238E27FC236}">
                  <a16:creationId xmlns:a16="http://schemas.microsoft.com/office/drawing/2014/main" id="{2E5F4876-345D-A731-07CB-62A6A6123AC8}"/>
                </a:ext>
              </a:extLst>
            </p:cNvPr>
            <p:cNvGrpSpPr/>
            <p:nvPr/>
          </p:nvGrpSpPr>
          <p:grpSpPr>
            <a:xfrm>
              <a:off x="7788275" y="4128473"/>
              <a:ext cx="1923268" cy="161636"/>
              <a:chOff x="2178280" y="4131201"/>
              <a:chExt cx="3764768" cy="133584"/>
            </a:xfrm>
          </p:grpSpPr>
          <p:pic>
            <p:nvPicPr>
              <p:cNvPr id="3593" name="그림 3592">
                <a:extLst>
                  <a:ext uri="{FF2B5EF4-FFF2-40B4-BE49-F238E27FC236}">
                    <a16:creationId xmlns:a16="http://schemas.microsoft.com/office/drawing/2014/main" id="{FB3A2D83-4C30-E2C8-8391-8596C5E1F4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3595" name="그림 3594">
                <a:extLst>
                  <a:ext uri="{FF2B5EF4-FFF2-40B4-BE49-F238E27FC236}">
                    <a16:creationId xmlns:a16="http://schemas.microsoft.com/office/drawing/2014/main" id="{BC226E44-B25E-E8DC-2E86-479C0995BE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56" name="그림 5055">
                <a:extLst>
                  <a:ext uri="{FF2B5EF4-FFF2-40B4-BE49-F238E27FC236}">
                    <a16:creationId xmlns:a16="http://schemas.microsoft.com/office/drawing/2014/main" id="{06503627-32B3-2B0F-F4E7-39ED3F272F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57" name="그림 5056">
                <a:extLst>
                  <a:ext uri="{FF2B5EF4-FFF2-40B4-BE49-F238E27FC236}">
                    <a16:creationId xmlns:a16="http://schemas.microsoft.com/office/drawing/2014/main" id="{969764D4-3CBA-C940-6905-1917CC7E27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58" name="그림 5057">
                <a:extLst>
                  <a:ext uri="{FF2B5EF4-FFF2-40B4-BE49-F238E27FC236}">
                    <a16:creationId xmlns:a16="http://schemas.microsoft.com/office/drawing/2014/main" id="{3F955BFE-8B9F-8F73-2871-C489914980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59" name="그림 5058">
                <a:extLst>
                  <a:ext uri="{FF2B5EF4-FFF2-40B4-BE49-F238E27FC236}">
                    <a16:creationId xmlns:a16="http://schemas.microsoft.com/office/drawing/2014/main" id="{325A9E0E-0DB5-449B-E337-14BB51562B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60" name="그림 5059">
                <a:extLst>
                  <a:ext uri="{FF2B5EF4-FFF2-40B4-BE49-F238E27FC236}">
                    <a16:creationId xmlns:a16="http://schemas.microsoft.com/office/drawing/2014/main" id="{5CA0AF05-E157-9AEE-B526-FCF33AB9CC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61" name="그림 5060">
                <a:extLst>
                  <a:ext uri="{FF2B5EF4-FFF2-40B4-BE49-F238E27FC236}">
                    <a16:creationId xmlns:a16="http://schemas.microsoft.com/office/drawing/2014/main" id="{5B975F24-90B6-9CAA-B5BB-E11744C7F7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62" name="그림 5061">
                <a:extLst>
                  <a:ext uri="{FF2B5EF4-FFF2-40B4-BE49-F238E27FC236}">
                    <a16:creationId xmlns:a16="http://schemas.microsoft.com/office/drawing/2014/main" id="{1F4010A3-A73B-E6D6-106D-64AA82883F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063" name="그림 5062">
                <a:extLst>
                  <a:ext uri="{FF2B5EF4-FFF2-40B4-BE49-F238E27FC236}">
                    <a16:creationId xmlns:a16="http://schemas.microsoft.com/office/drawing/2014/main" id="{6E53A6B8-AC1C-FE5D-A81A-F1B63672B7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</p:grpSp>
      <p:grpSp>
        <p:nvGrpSpPr>
          <p:cNvPr id="5104" name="그룹 5103">
            <a:extLst>
              <a:ext uri="{FF2B5EF4-FFF2-40B4-BE49-F238E27FC236}">
                <a16:creationId xmlns:a16="http://schemas.microsoft.com/office/drawing/2014/main" id="{A66E2F2F-157B-4D53-0572-AE97096F64A5}"/>
              </a:ext>
            </a:extLst>
          </p:cNvPr>
          <p:cNvGrpSpPr/>
          <p:nvPr userDrawn="1"/>
        </p:nvGrpSpPr>
        <p:grpSpPr>
          <a:xfrm>
            <a:off x="66675" y="5116659"/>
            <a:ext cx="9644868" cy="110400"/>
            <a:chOff x="66675" y="4128473"/>
            <a:chExt cx="9644868" cy="161636"/>
          </a:xfrm>
        </p:grpSpPr>
        <p:grpSp>
          <p:nvGrpSpPr>
            <p:cNvPr id="5105" name="그룹 5104">
              <a:extLst>
                <a:ext uri="{FF2B5EF4-FFF2-40B4-BE49-F238E27FC236}">
                  <a16:creationId xmlns:a16="http://schemas.microsoft.com/office/drawing/2014/main" id="{3CEDBF4F-82EC-5DF2-AB45-8CC79D426FA6}"/>
                </a:ext>
              </a:extLst>
            </p:cNvPr>
            <p:cNvGrpSpPr/>
            <p:nvPr/>
          </p:nvGrpSpPr>
          <p:grpSpPr>
            <a:xfrm>
              <a:off x="66675" y="4128473"/>
              <a:ext cx="1923268" cy="161636"/>
              <a:chOff x="2178280" y="4131201"/>
              <a:chExt cx="3764768" cy="133584"/>
            </a:xfrm>
          </p:grpSpPr>
          <p:pic>
            <p:nvPicPr>
              <p:cNvPr id="5150" name="그림 5149">
                <a:extLst>
                  <a:ext uri="{FF2B5EF4-FFF2-40B4-BE49-F238E27FC236}">
                    <a16:creationId xmlns:a16="http://schemas.microsoft.com/office/drawing/2014/main" id="{B2BA200E-1C34-5CEB-F937-DD182E9CCB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51" name="그림 5150">
                <a:extLst>
                  <a:ext uri="{FF2B5EF4-FFF2-40B4-BE49-F238E27FC236}">
                    <a16:creationId xmlns:a16="http://schemas.microsoft.com/office/drawing/2014/main" id="{3CC58F7C-F3B5-B5EF-C633-D854502607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52" name="그림 5151">
                <a:extLst>
                  <a:ext uri="{FF2B5EF4-FFF2-40B4-BE49-F238E27FC236}">
                    <a16:creationId xmlns:a16="http://schemas.microsoft.com/office/drawing/2014/main" id="{ADBA1005-0F93-AC85-0A13-A13201FC02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53" name="그림 5152">
                <a:extLst>
                  <a:ext uri="{FF2B5EF4-FFF2-40B4-BE49-F238E27FC236}">
                    <a16:creationId xmlns:a16="http://schemas.microsoft.com/office/drawing/2014/main" id="{18FEC20A-F733-0C16-C686-8AB32D9843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54" name="그림 5153">
                <a:extLst>
                  <a:ext uri="{FF2B5EF4-FFF2-40B4-BE49-F238E27FC236}">
                    <a16:creationId xmlns:a16="http://schemas.microsoft.com/office/drawing/2014/main" id="{A4AF14A4-99F0-F14A-61AE-F2FE2BEB12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55" name="그림 5154">
                <a:extLst>
                  <a:ext uri="{FF2B5EF4-FFF2-40B4-BE49-F238E27FC236}">
                    <a16:creationId xmlns:a16="http://schemas.microsoft.com/office/drawing/2014/main" id="{4F271781-B25A-7FF7-9F24-1687127DDF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56" name="그림 5155">
                <a:extLst>
                  <a:ext uri="{FF2B5EF4-FFF2-40B4-BE49-F238E27FC236}">
                    <a16:creationId xmlns:a16="http://schemas.microsoft.com/office/drawing/2014/main" id="{44CDE954-592C-521F-B7E6-42D4E3A806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57" name="그림 5156">
                <a:extLst>
                  <a:ext uri="{FF2B5EF4-FFF2-40B4-BE49-F238E27FC236}">
                    <a16:creationId xmlns:a16="http://schemas.microsoft.com/office/drawing/2014/main" id="{D182D2D6-7FAE-6C24-DED6-F84F23C914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58" name="그림 5157">
                <a:extLst>
                  <a:ext uri="{FF2B5EF4-FFF2-40B4-BE49-F238E27FC236}">
                    <a16:creationId xmlns:a16="http://schemas.microsoft.com/office/drawing/2014/main" id="{725E8BB5-B1A5-3A81-0C5B-089FC1E689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59" name="그림 5158">
                <a:extLst>
                  <a:ext uri="{FF2B5EF4-FFF2-40B4-BE49-F238E27FC236}">
                    <a16:creationId xmlns:a16="http://schemas.microsoft.com/office/drawing/2014/main" id="{4E3E1864-9A1A-2046-2529-82C9D7BF4F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5106" name="그룹 5105">
              <a:extLst>
                <a:ext uri="{FF2B5EF4-FFF2-40B4-BE49-F238E27FC236}">
                  <a16:creationId xmlns:a16="http://schemas.microsoft.com/office/drawing/2014/main" id="{FC04E73D-03E6-1348-2ACD-5CF750C883F7}"/>
                </a:ext>
              </a:extLst>
            </p:cNvPr>
            <p:cNvGrpSpPr/>
            <p:nvPr/>
          </p:nvGrpSpPr>
          <p:grpSpPr>
            <a:xfrm>
              <a:off x="1997075" y="4128473"/>
              <a:ext cx="1923268" cy="161636"/>
              <a:chOff x="2178280" y="4131201"/>
              <a:chExt cx="3764768" cy="133584"/>
            </a:xfrm>
          </p:grpSpPr>
          <p:pic>
            <p:nvPicPr>
              <p:cNvPr id="5140" name="그림 5139">
                <a:extLst>
                  <a:ext uri="{FF2B5EF4-FFF2-40B4-BE49-F238E27FC236}">
                    <a16:creationId xmlns:a16="http://schemas.microsoft.com/office/drawing/2014/main" id="{44C9D70B-C0F3-AE0E-EF0F-AC757C04BF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41" name="그림 5140">
                <a:extLst>
                  <a:ext uri="{FF2B5EF4-FFF2-40B4-BE49-F238E27FC236}">
                    <a16:creationId xmlns:a16="http://schemas.microsoft.com/office/drawing/2014/main" id="{8941DE8B-6672-571D-7EC6-BF1F856C9E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42" name="그림 5141">
                <a:extLst>
                  <a:ext uri="{FF2B5EF4-FFF2-40B4-BE49-F238E27FC236}">
                    <a16:creationId xmlns:a16="http://schemas.microsoft.com/office/drawing/2014/main" id="{D94BDA85-17E6-2428-A261-66F9B1CE60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43" name="그림 5142">
                <a:extLst>
                  <a:ext uri="{FF2B5EF4-FFF2-40B4-BE49-F238E27FC236}">
                    <a16:creationId xmlns:a16="http://schemas.microsoft.com/office/drawing/2014/main" id="{9893FBC1-3089-E799-65EF-2FBBD1DF07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44" name="그림 5143">
                <a:extLst>
                  <a:ext uri="{FF2B5EF4-FFF2-40B4-BE49-F238E27FC236}">
                    <a16:creationId xmlns:a16="http://schemas.microsoft.com/office/drawing/2014/main" id="{31977FB0-41A1-5E3E-96FD-FC9EB1292F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45" name="그림 5144">
                <a:extLst>
                  <a:ext uri="{FF2B5EF4-FFF2-40B4-BE49-F238E27FC236}">
                    <a16:creationId xmlns:a16="http://schemas.microsoft.com/office/drawing/2014/main" id="{61766C13-4CA2-6577-F91C-A13574CB86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46" name="그림 5145">
                <a:extLst>
                  <a:ext uri="{FF2B5EF4-FFF2-40B4-BE49-F238E27FC236}">
                    <a16:creationId xmlns:a16="http://schemas.microsoft.com/office/drawing/2014/main" id="{410D7F11-33E2-9AA8-626D-4B19931D11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47" name="그림 5146">
                <a:extLst>
                  <a:ext uri="{FF2B5EF4-FFF2-40B4-BE49-F238E27FC236}">
                    <a16:creationId xmlns:a16="http://schemas.microsoft.com/office/drawing/2014/main" id="{7936EF58-F4AD-4433-CEB1-61CE05EC71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48" name="그림 5147">
                <a:extLst>
                  <a:ext uri="{FF2B5EF4-FFF2-40B4-BE49-F238E27FC236}">
                    <a16:creationId xmlns:a16="http://schemas.microsoft.com/office/drawing/2014/main" id="{EE62E74C-C0A2-F023-46E7-C79A16D8DA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49" name="그림 5148">
                <a:extLst>
                  <a:ext uri="{FF2B5EF4-FFF2-40B4-BE49-F238E27FC236}">
                    <a16:creationId xmlns:a16="http://schemas.microsoft.com/office/drawing/2014/main" id="{1463389B-EC03-C0D1-D4E1-9C1C0FE28A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5107" name="그룹 5106">
              <a:extLst>
                <a:ext uri="{FF2B5EF4-FFF2-40B4-BE49-F238E27FC236}">
                  <a16:creationId xmlns:a16="http://schemas.microsoft.com/office/drawing/2014/main" id="{CDDBF3E5-5AFD-DCD3-D05B-772BF940965E}"/>
                </a:ext>
              </a:extLst>
            </p:cNvPr>
            <p:cNvGrpSpPr/>
            <p:nvPr/>
          </p:nvGrpSpPr>
          <p:grpSpPr>
            <a:xfrm>
              <a:off x="3927475" y="4128473"/>
              <a:ext cx="1923268" cy="161636"/>
              <a:chOff x="2178280" y="4131201"/>
              <a:chExt cx="3764768" cy="133584"/>
            </a:xfrm>
          </p:grpSpPr>
          <p:pic>
            <p:nvPicPr>
              <p:cNvPr id="5130" name="그림 5129">
                <a:extLst>
                  <a:ext uri="{FF2B5EF4-FFF2-40B4-BE49-F238E27FC236}">
                    <a16:creationId xmlns:a16="http://schemas.microsoft.com/office/drawing/2014/main" id="{3F152A7D-73DE-3E39-4D0A-1CA204B9B4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31" name="그림 5130">
                <a:extLst>
                  <a:ext uri="{FF2B5EF4-FFF2-40B4-BE49-F238E27FC236}">
                    <a16:creationId xmlns:a16="http://schemas.microsoft.com/office/drawing/2014/main" id="{7E6718FC-F422-DC90-7165-25326E74CB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32" name="그림 5131">
                <a:extLst>
                  <a:ext uri="{FF2B5EF4-FFF2-40B4-BE49-F238E27FC236}">
                    <a16:creationId xmlns:a16="http://schemas.microsoft.com/office/drawing/2014/main" id="{EBA7637F-F9C9-5661-AEA9-03E73EAC75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33" name="그림 5132">
                <a:extLst>
                  <a:ext uri="{FF2B5EF4-FFF2-40B4-BE49-F238E27FC236}">
                    <a16:creationId xmlns:a16="http://schemas.microsoft.com/office/drawing/2014/main" id="{31FFFFEE-5536-34C6-CDFE-520FAEEA05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34" name="그림 5133">
                <a:extLst>
                  <a:ext uri="{FF2B5EF4-FFF2-40B4-BE49-F238E27FC236}">
                    <a16:creationId xmlns:a16="http://schemas.microsoft.com/office/drawing/2014/main" id="{E6FB8561-00F0-CD43-4FBF-45F33BC49F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35" name="그림 5134">
                <a:extLst>
                  <a:ext uri="{FF2B5EF4-FFF2-40B4-BE49-F238E27FC236}">
                    <a16:creationId xmlns:a16="http://schemas.microsoft.com/office/drawing/2014/main" id="{E088651C-FDE5-7E2B-33BF-47C4685121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36" name="그림 5135">
                <a:extLst>
                  <a:ext uri="{FF2B5EF4-FFF2-40B4-BE49-F238E27FC236}">
                    <a16:creationId xmlns:a16="http://schemas.microsoft.com/office/drawing/2014/main" id="{D9F9C7C8-4E6E-BF8E-3DCD-A88159ECFB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37" name="그림 5136">
                <a:extLst>
                  <a:ext uri="{FF2B5EF4-FFF2-40B4-BE49-F238E27FC236}">
                    <a16:creationId xmlns:a16="http://schemas.microsoft.com/office/drawing/2014/main" id="{CA23ED76-20BE-25EB-E5C9-ADB6EDDB9B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38" name="그림 5137">
                <a:extLst>
                  <a:ext uri="{FF2B5EF4-FFF2-40B4-BE49-F238E27FC236}">
                    <a16:creationId xmlns:a16="http://schemas.microsoft.com/office/drawing/2014/main" id="{1C675F75-8DB6-122A-6140-609E51F9B8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39" name="그림 5138">
                <a:extLst>
                  <a:ext uri="{FF2B5EF4-FFF2-40B4-BE49-F238E27FC236}">
                    <a16:creationId xmlns:a16="http://schemas.microsoft.com/office/drawing/2014/main" id="{E2BAD94E-764F-5445-DFAF-5D15CF4847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5108" name="그룹 5107">
              <a:extLst>
                <a:ext uri="{FF2B5EF4-FFF2-40B4-BE49-F238E27FC236}">
                  <a16:creationId xmlns:a16="http://schemas.microsoft.com/office/drawing/2014/main" id="{A5F93C81-578B-015A-C865-20EB7D75F621}"/>
                </a:ext>
              </a:extLst>
            </p:cNvPr>
            <p:cNvGrpSpPr/>
            <p:nvPr/>
          </p:nvGrpSpPr>
          <p:grpSpPr>
            <a:xfrm>
              <a:off x="5857875" y="4128473"/>
              <a:ext cx="1923268" cy="161636"/>
              <a:chOff x="2178280" y="4131201"/>
              <a:chExt cx="3764768" cy="133584"/>
            </a:xfrm>
          </p:grpSpPr>
          <p:pic>
            <p:nvPicPr>
              <p:cNvPr id="5120" name="그림 5119">
                <a:extLst>
                  <a:ext uri="{FF2B5EF4-FFF2-40B4-BE49-F238E27FC236}">
                    <a16:creationId xmlns:a16="http://schemas.microsoft.com/office/drawing/2014/main" id="{00509CB2-FB69-DC5B-BA86-86368CBF00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21" name="그림 5120">
                <a:extLst>
                  <a:ext uri="{FF2B5EF4-FFF2-40B4-BE49-F238E27FC236}">
                    <a16:creationId xmlns:a16="http://schemas.microsoft.com/office/drawing/2014/main" id="{179559C5-6ECF-4319-AEC6-2EA8F8C091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22" name="그림 5121">
                <a:extLst>
                  <a:ext uri="{FF2B5EF4-FFF2-40B4-BE49-F238E27FC236}">
                    <a16:creationId xmlns:a16="http://schemas.microsoft.com/office/drawing/2014/main" id="{B05C2D58-FD7E-0117-E09C-F05A53B96B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23" name="그림 5122">
                <a:extLst>
                  <a:ext uri="{FF2B5EF4-FFF2-40B4-BE49-F238E27FC236}">
                    <a16:creationId xmlns:a16="http://schemas.microsoft.com/office/drawing/2014/main" id="{B612FB31-1C32-C6FF-F9C8-CB4D6E4927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24" name="그림 5123">
                <a:extLst>
                  <a:ext uri="{FF2B5EF4-FFF2-40B4-BE49-F238E27FC236}">
                    <a16:creationId xmlns:a16="http://schemas.microsoft.com/office/drawing/2014/main" id="{312CAC3D-DC79-451F-6B92-3D3B94399C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25" name="그림 5124">
                <a:extLst>
                  <a:ext uri="{FF2B5EF4-FFF2-40B4-BE49-F238E27FC236}">
                    <a16:creationId xmlns:a16="http://schemas.microsoft.com/office/drawing/2014/main" id="{B512C3F2-8A10-0FF5-120D-BEF04F6602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26" name="그림 5125">
                <a:extLst>
                  <a:ext uri="{FF2B5EF4-FFF2-40B4-BE49-F238E27FC236}">
                    <a16:creationId xmlns:a16="http://schemas.microsoft.com/office/drawing/2014/main" id="{97485467-3B5B-53CF-B8D4-1CD6C762BB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27" name="그림 5126">
                <a:extLst>
                  <a:ext uri="{FF2B5EF4-FFF2-40B4-BE49-F238E27FC236}">
                    <a16:creationId xmlns:a16="http://schemas.microsoft.com/office/drawing/2014/main" id="{D373A189-1087-50B3-DA7E-DCBE20B04F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28" name="그림 5127">
                <a:extLst>
                  <a:ext uri="{FF2B5EF4-FFF2-40B4-BE49-F238E27FC236}">
                    <a16:creationId xmlns:a16="http://schemas.microsoft.com/office/drawing/2014/main" id="{20DD9537-1A18-2230-9166-495EF06712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29" name="그림 5128">
                <a:extLst>
                  <a:ext uri="{FF2B5EF4-FFF2-40B4-BE49-F238E27FC236}">
                    <a16:creationId xmlns:a16="http://schemas.microsoft.com/office/drawing/2014/main" id="{18B1AA3B-E58F-052D-128B-0646581E84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5109" name="그룹 5108">
              <a:extLst>
                <a:ext uri="{FF2B5EF4-FFF2-40B4-BE49-F238E27FC236}">
                  <a16:creationId xmlns:a16="http://schemas.microsoft.com/office/drawing/2014/main" id="{EE75167E-42EA-A6E9-99B3-817B05F0D60E}"/>
                </a:ext>
              </a:extLst>
            </p:cNvPr>
            <p:cNvGrpSpPr/>
            <p:nvPr/>
          </p:nvGrpSpPr>
          <p:grpSpPr>
            <a:xfrm>
              <a:off x="7788275" y="4128473"/>
              <a:ext cx="1923268" cy="161636"/>
              <a:chOff x="2178280" y="4131201"/>
              <a:chExt cx="3764768" cy="133584"/>
            </a:xfrm>
          </p:grpSpPr>
          <p:pic>
            <p:nvPicPr>
              <p:cNvPr id="5110" name="그림 5109">
                <a:extLst>
                  <a:ext uri="{FF2B5EF4-FFF2-40B4-BE49-F238E27FC236}">
                    <a16:creationId xmlns:a16="http://schemas.microsoft.com/office/drawing/2014/main" id="{4C645A1E-FA3A-3AFC-622D-725D171447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11" name="그림 5110">
                <a:extLst>
                  <a:ext uri="{FF2B5EF4-FFF2-40B4-BE49-F238E27FC236}">
                    <a16:creationId xmlns:a16="http://schemas.microsoft.com/office/drawing/2014/main" id="{E2353AA7-5C82-A02D-06AA-2FF6A2A95E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12" name="그림 5111">
                <a:extLst>
                  <a:ext uri="{FF2B5EF4-FFF2-40B4-BE49-F238E27FC236}">
                    <a16:creationId xmlns:a16="http://schemas.microsoft.com/office/drawing/2014/main" id="{ABFD393C-5E81-D835-EE24-B8A05D9333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13" name="그림 5112">
                <a:extLst>
                  <a:ext uri="{FF2B5EF4-FFF2-40B4-BE49-F238E27FC236}">
                    <a16:creationId xmlns:a16="http://schemas.microsoft.com/office/drawing/2014/main" id="{F5539BC2-A437-C460-9FC8-37E02BBBB8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14" name="그림 5113">
                <a:extLst>
                  <a:ext uri="{FF2B5EF4-FFF2-40B4-BE49-F238E27FC236}">
                    <a16:creationId xmlns:a16="http://schemas.microsoft.com/office/drawing/2014/main" id="{ED753408-2E1E-6404-057A-13BC28F6AF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15" name="그림 5114">
                <a:extLst>
                  <a:ext uri="{FF2B5EF4-FFF2-40B4-BE49-F238E27FC236}">
                    <a16:creationId xmlns:a16="http://schemas.microsoft.com/office/drawing/2014/main" id="{15AFA835-3C45-0D6A-C4B0-5073A89A1B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16" name="그림 5115">
                <a:extLst>
                  <a:ext uri="{FF2B5EF4-FFF2-40B4-BE49-F238E27FC236}">
                    <a16:creationId xmlns:a16="http://schemas.microsoft.com/office/drawing/2014/main" id="{5FF719B1-D4F8-2FE9-B388-D77A81C4AE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17" name="그림 5116">
                <a:extLst>
                  <a:ext uri="{FF2B5EF4-FFF2-40B4-BE49-F238E27FC236}">
                    <a16:creationId xmlns:a16="http://schemas.microsoft.com/office/drawing/2014/main" id="{CDF95D62-AF07-63B2-E37E-29CFF63E58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18" name="그림 5117">
                <a:extLst>
                  <a:ext uri="{FF2B5EF4-FFF2-40B4-BE49-F238E27FC236}">
                    <a16:creationId xmlns:a16="http://schemas.microsoft.com/office/drawing/2014/main" id="{B43376A8-4471-892C-6595-58AEF485CD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19" name="그림 5118">
                <a:extLst>
                  <a:ext uri="{FF2B5EF4-FFF2-40B4-BE49-F238E27FC236}">
                    <a16:creationId xmlns:a16="http://schemas.microsoft.com/office/drawing/2014/main" id="{203458C4-5FEC-2843-3F0E-9BF7477CF4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</p:grpSp>
      <p:grpSp>
        <p:nvGrpSpPr>
          <p:cNvPr id="5160" name="그룹 5159">
            <a:extLst>
              <a:ext uri="{FF2B5EF4-FFF2-40B4-BE49-F238E27FC236}">
                <a16:creationId xmlns:a16="http://schemas.microsoft.com/office/drawing/2014/main" id="{850983F5-4326-7976-F93C-2602F2505DBD}"/>
              </a:ext>
            </a:extLst>
          </p:cNvPr>
          <p:cNvGrpSpPr/>
          <p:nvPr userDrawn="1"/>
        </p:nvGrpSpPr>
        <p:grpSpPr>
          <a:xfrm>
            <a:off x="66675" y="5307063"/>
            <a:ext cx="9644868" cy="110400"/>
            <a:chOff x="66675" y="4128473"/>
            <a:chExt cx="9644868" cy="161636"/>
          </a:xfrm>
        </p:grpSpPr>
        <p:grpSp>
          <p:nvGrpSpPr>
            <p:cNvPr id="5161" name="그룹 5160">
              <a:extLst>
                <a:ext uri="{FF2B5EF4-FFF2-40B4-BE49-F238E27FC236}">
                  <a16:creationId xmlns:a16="http://schemas.microsoft.com/office/drawing/2014/main" id="{AFD63F24-2722-335D-5364-F14D1ECD654C}"/>
                </a:ext>
              </a:extLst>
            </p:cNvPr>
            <p:cNvGrpSpPr/>
            <p:nvPr/>
          </p:nvGrpSpPr>
          <p:grpSpPr>
            <a:xfrm>
              <a:off x="66675" y="4128473"/>
              <a:ext cx="1923268" cy="161636"/>
              <a:chOff x="2178280" y="4131201"/>
              <a:chExt cx="3764768" cy="133584"/>
            </a:xfrm>
          </p:grpSpPr>
          <p:pic>
            <p:nvPicPr>
              <p:cNvPr id="5206" name="그림 5205">
                <a:extLst>
                  <a:ext uri="{FF2B5EF4-FFF2-40B4-BE49-F238E27FC236}">
                    <a16:creationId xmlns:a16="http://schemas.microsoft.com/office/drawing/2014/main" id="{44BA0CBE-690E-1CD3-79B1-C1A93B1851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07" name="그림 5206">
                <a:extLst>
                  <a:ext uri="{FF2B5EF4-FFF2-40B4-BE49-F238E27FC236}">
                    <a16:creationId xmlns:a16="http://schemas.microsoft.com/office/drawing/2014/main" id="{D40BCC5F-329F-E8BB-7401-70ADB32A65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08" name="그림 5207">
                <a:extLst>
                  <a:ext uri="{FF2B5EF4-FFF2-40B4-BE49-F238E27FC236}">
                    <a16:creationId xmlns:a16="http://schemas.microsoft.com/office/drawing/2014/main" id="{0E5D2461-6F10-BE28-FB48-A41C2AD0B6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09" name="그림 5208">
                <a:extLst>
                  <a:ext uri="{FF2B5EF4-FFF2-40B4-BE49-F238E27FC236}">
                    <a16:creationId xmlns:a16="http://schemas.microsoft.com/office/drawing/2014/main" id="{AA93C3DC-F987-9116-0993-58F4696EC1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10" name="그림 5209">
                <a:extLst>
                  <a:ext uri="{FF2B5EF4-FFF2-40B4-BE49-F238E27FC236}">
                    <a16:creationId xmlns:a16="http://schemas.microsoft.com/office/drawing/2014/main" id="{1762F9FD-1369-F020-3BC4-9956D12B07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11" name="그림 5210">
                <a:extLst>
                  <a:ext uri="{FF2B5EF4-FFF2-40B4-BE49-F238E27FC236}">
                    <a16:creationId xmlns:a16="http://schemas.microsoft.com/office/drawing/2014/main" id="{926B5E1D-5338-6251-D3D3-A0F0FEC498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12" name="그림 5211">
                <a:extLst>
                  <a:ext uri="{FF2B5EF4-FFF2-40B4-BE49-F238E27FC236}">
                    <a16:creationId xmlns:a16="http://schemas.microsoft.com/office/drawing/2014/main" id="{0A6EE063-F174-C1B0-73D0-A1579E8098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13" name="그림 5212">
                <a:extLst>
                  <a:ext uri="{FF2B5EF4-FFF2-40B4-BE49-F238E27FC236}">
                    <a16:creationId xmlns:a16="http://schemas.microsoft.com/office/drawing/2014/main" id="{95F5D24E-5EA1-3EA4-012C-656EEEE646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14" name="그림 5213">
                <a:extLst>
                  <a:ext uri="{FF2B5EF4-FFF2-40B4-BE49-F238E27FC236}">
                    <a16:creationId xmlns:a16="http://schemas.microsoft.com/office/drawing/2014/main" id="{CCA49F4E-75E9-2C0F-5CBC-AFDD2AB627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15" name="그림 5214">
                <a:extLst>
                  <a:ext uri="{FF2B5EF4-FFF2-40B4-BE49-F238E27FC236}">
                    <a16:creationId xmlns:a16="http://schemas.microsoft.com/office/drawing/2014/main" id="{5279F7C3-06B2-B842-8294-634C9BCDB7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5162" name="그룹 5161">
              <a:extLst>
                <a:ext uri="{FF2B5EF4-FFF2-40B4-BE49-F238E27FC236}">
                  <a16:creationId xmlns:a16="http://schemas.microsoft.com/office/drawing/2014/main" id="{AB65470C-664A-9A99-F7D8-FE9BFE0133BB}"/>
                </a:ext>
              </a:extLst>
            </p:cNvPr>
            <p:cNvGrpSpPr/>
            <p:nvPr/>
          </p:nvGrpSpPr>
          <p:grpSpPr>
            <a:xfrm>
              <a:off x="1997075" y="4128473"/>
              <a:ext cx="1923268" cy="161636"/>
              <a:chOff x="2178280" y="4131201"/>
              <a:chExt cx="3764768" cy="133584"/>
            </a:xfrm>
          </p:grpSpPr>
          <p:pic>
            <p:nvPicPr>
              <p:cNvPr id="5196" name="그림 5195">
                <a:extLst>
                  <a:ext uri="{FF2B5EF4-FFF2-40B4-BE49-F238E27FC236}">
                    <a16:creationId xmlns:a16="http://schemas.microsoft.com/office/drawing/2014/main" id="{4F0BCA68-98A3-6931-8384-B6BF8AFF17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97" name="그림 5196">
                <a:extLst>
                  <a:ext uri="{FF2B5EF4-FFF2-40B4-BE49-F238E27FC236}">
                    <a16:creationId xmlns:a16="http://schemas.microsoft.com/office/drawing/2014/main" id="{CDE988CF-70CB-C4F2-D488-7EED19C556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98" name="그림 5197">
                <a:extLst>
                  <a:ext uri="{FF2B5EF4-FFF2-40B4-BE49-F238E27FC236}">
                    <a16:creationId xmlns:a16="http://schemas.microsoft.com/office/drawing/2014/main" id="{6F39BE4D-8D1D-9292-659B-040C8A9E5D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99" name="그림 5198">
                <a:extLst>
                  <a:ext uri="{FF2B5EF4-FFF2-40B4-BE49-F238E27FC236}">
                    <a16:creationId xmlns:a16="http://schemas.microsoft.com/office/drawing/2014/main" id="{E9760DDE-CDFE-347D-0B29-AFE1C6FE8E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00" name="그림 5199">
                <a:extLst>
                  <a:ext uri="{FF2B5EF4-FFF2-40B4-BE49-F238E27FC236}">
                    <a16:creationId xmlns:a16="http://schemas.microsoft.com/office/drawing/2014/main" id="{4DB29D87-23CC-939F-A0C5-CBC7770AD8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01" name="그림 5200">
                <a:extLst>
                  <a:ext uri="{FF2B5EF4-FFF2-40B4-BE49-F238E27FC236}">
                    <a16:creationId xmlns:a16="http://schemas.microsoft.com/office/drawing/2014/main" id="{56D24335-D7E4-1E15-CF07-37A749B89B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02" name="그림 5201">
                <a:extLst>
                  <a:ext uri="{FF2B5EF4-FFF2-40B4-BE49-F238E27FC236}">
                    <a16:creationId xmlns:a16="http://schemas.microsoft.com/office/drawing/2014/main" id="{4060397C-DB55-E62B-6A81-6F471F8359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03" name="그림 5202">
                <a:extLst>
                  <a:ext uri="{FF2B5EF4-FFF2-40B4-BE49-F238E27FC236}">
                    <a16:creationId xmlns:a16="http://schemas.microsoft.com/office/drawing/2014/main" id="{6442D455-3BA9-DFA3-A54E-3C5729B00B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04" name="그림 5203">
                <a:extLst>
                  <a:ext uri="{FF2B5EF4-FFF2-40B4-BE49-F238E27FC236}">
                    <a16:creationId xmlns:a16="http://schemas.microsoft.com/office/drawing/2014/main" id="{A0705B7D-816C-E9C0-F778-4999837DC4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205" name="그림 5204">
                <a:extLst>
                  <a:ext uri="{FF2B5EF4-FFF2-40B4-BE49-F238E27FC236}">
                    <a16:creationId xmlns:a16="http://schemas.microsoft.com/office/drawing/2014/main" id="{B2F185FD-7547-9797-C12A-5F5224927C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5163" name="그룹 5162">
              <a:extLst>
                <a:ext uri="{FF2B5EF4-FFF2-40B4-BE49-F238E27FC236}">
                  <a16:creationId xmlns:a16="http://schemas.microsoft.com/office/drawing/2014/main" id="{4FDB662D-9B8D-36B9-D40E-4A0141B5BA9D}"/>
                </a:ext>
              </a:extLst>
            </p:cNvPr>
            <p:cNvGrpSpPr/>
            <p:nvPr/>
          </p:nvGrpSpPr>
          <p:grpSpPr>
            <a:xfrm>
              <a:off x="3927475" y="4128473"/>
              <a:ext cx="1923268" cy="161636"/>
              <a:chOff x="2178280" y="4131201"/>
              <a:chExt cx="3764768" cy="133584"/>
            </a:xfrm>
          </p:grpSpPr>
          <p:pic>
            <p:nvPicPr>
              <p:cNvPr id="5186" name="그림 5185">
                <a:extLst>
                  <a:ext uri="{FF2B5EF4-FFF2-40B4-BE49-F238E27FC236}">
                    <a16:creationId xmlns:a16="http://schemas.microsoft.com/office/drawing/2014/main" id="{2A74E6EC-0887-681E-2530-885B53264E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87" name="그림 5186">
                <a:extLst>
                  <a:ext uri="{FF2B5EF4-FFF2-40B4-BE49-F238E27FC236}">
                    <a16:creationId xmlns:a16="http://schemas.microsoft.com/office/drawing/2014/main" id="{507D1484-1E38-95B7-A3F4-2CB037B5D7A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88" name="그림 5187">
                <a:extLst>
                  <a:ext uri="{FF2B5EF4-FFF2-40B4-BE49-F238E27FC236}">
                    <a16:creationId xmlns:a16="http://schemas.microsoft.com/office/drawing/2014/main" id="{8C8D2F66-6DB6-108B-3792-1787180FED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89" name="그림 5188">
                <a:extLst>
                  <a:ext uri="{FF2B5EF4-FFF2-40B4-BE49-F238E27FC236}">
                    <a16:creationId xmlns:a16="http://schemas.microsoft.com/office/drawing/2014/main" id="{E81F7372-B227-89E5-0692-2DD8D40F8F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90" name="그림 5189">
                <a:extLst>
                  <a:ext uri="{FF2B5EF4-FFF2-40B4-BE49-F238E27FC236}">
                    <a16:creationId xmlns:a16="http://schemas.microsoft.com/office/drawing/2014/main" id="{76A73BE1-AC20-02F0-380D-6735B8D216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91" name="그림 5190">
                <a:extLst>
                  <a:ext uri="{FF2B5EF4-FFF2-40B4-BE49-F238E27FC236}">
                    <a16:creationId xmlns:a16="http://schemas.microsoft.com/office/drawing/2014/main" id="{68B740FB-AFFB-CC94-5815-67B460B742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92" name="그림 5191">
                <a:extLst>
                  <a:ext uri="{FF2B5EF4-FFF2-40B4-BE49-F238E27FC236}">
                    <a16:creationId xmlns:a16="http://schemas.microsoft.com/office/drawing/2014/main" id="{34584EF7-3723-1970-0A2E-5FFE5D5C4B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93" name="그림 5192">
                <a:extLst>
                  <a:ext uri="{FF2B5EF4-FFF2-40B4-BE49-F238E27FC236}">
                    <a16:creationId xmlns:a16="http://schemas.microsoft.com/office/drawing/2014/main" id="{ABE715F9-F9E6-FA80-225E-5478D10EA9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94" name="그림 5193">
                <a:extLst>
                  <a:ext uri="{FF2B5EF4-FFF2-40B4-BE49-F238E27FC236}">
                    <a16:creationId xmlns:a16="http://schemas.microsoft.com/office/drawing/2014/main" id="{A3430CCF-2050-A470-4800-12C5470483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95" name="그림 5194">
                <a:extLst>
                  <a:ext uri="{FF2B5EF4-FFF2-40B4-BE49-F238E27FC236}">
                    <a16:creationId xmlns:a16="http://schemas.microsoft.com/office/drawing/2014/main" id="{AA87FA0D-505D-8862-E0AD-1AA7130498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5164" name="그룹 5163">
              <a:extLst>
                <a:ext uri="{FF2B5EF4-FFF2-40B4-BE49-F238E27FC236}">
                  <a16:creationId xmlns:a16="http://schemas.microsoft.com/office/drawing/2014/main" id="{A233E9C2-F287-7123-57B9-34DB47038BA0}"/>
                </a:ext>
              </a:extLst>
            </p:cNvPr>
            <p:cNvGrpSpPr/>
            <p:nvPr/>
          </p:nvGrpSpPr>
          <p:grpSpPr>
            <a:xfrm>
              <a:off x="5857875" y="4128473"/>
              <a:ext cx="1923268" cy="161636"/>
              <a:chOff x="2178280" y="4131201"/>
              <a:chExt cx="3764768" cy="133584"/>
            </a:xfrm>
          </p:grpSpPr>
          <p:pic>
            <p:nvPicPr>
              <p:cNvPr id="5176" name="그림 5175">
                <a:extLst>
                  <a:ext uri="{FF2B5EF4-FFF2-40B4-BE49-F238E27FC236}">
                    <a16:creationId xmlns:a16="http://schemas.microsoft.com/office/drawing/2014/main" id="{DFCFC143-34D3-1545-1741-FD93568EAE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77" name="그림 5176">
                <a:extLst>
                  <a:ext uri="{FF2B5EF4-FFF2-40B4-BE49-F238E27FC236}">
                    <a16:creationId xmlns:a16="http://schemas.microsoft.com/office/drawing/2014/main" id="{2EB20317-2DFF-3D20-3EF3-36F3781177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78" name="그림 5177">
                <a:extLst>
                  <a:ext uri="{FF2B5EF4-FFF2-40B4-BE49-F238E27FC236}">
                    <a16:creationId xmlns:a16="http://schemas.microsoft.com/office/drawing/2014/main" id="{B3776B44-E305-AFC8-F89A-A010617280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79" name="그림 5178">
                <a:extLst>
                  <a:ext uri="{FF2B5EF4-FFF2-40B4-BE49-F238E27FC236}">
                    <a16:creationId xmlns:a16="http://schemas.microsoft.com/office/drawing/2014/main" id="{7A4C942E-7400-FEB0-A72C-8DF2C7EE35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80" name="그림 5179">
                <a:extLst>
                  <a:ext uri="{FF2B5EF4-FFF2-40B4-BE49-F238E27FC236}">
                    <a16:creationId xmlns:a16="http://schemas.microsoft.com/office/drawing/2014/main" id="{961F8781-2FAC-84D6-8944-B78BE5AD16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81" name="그림 5180">
                <a:extLst>
                  <a:ext uri="{FF2B5EF4-FFF2-40B4-BE49-F238E27FC236}">
                    <a16:creationId xmlns:a16="http://schemas.microsoft.com/office/drawing/2014/main" id="{FD3A1C62-F072-D0C5-63DC-B6B3B72680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82" name="그림 5181">
                <a:extLst>
                  <a:ext uri="{FF2B5EF4-FFF2-40B4-BE49-F238E27FC236}">
                    <a16:creationId xmlns:a16="http://schemas.microsoft.com/office/drawing/2014/main" id="{9C13FEB9-37F5-942C-53D0-DE3614413C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83" name="그림 5182">
                <a:extLst>
                  <a:ext uri="{FF2B5EF4-FFF2-40B4-BE49-F238E27FC236}">
                    <a16:creationId xmlns:a16="http://schemas.microsoft.com/office/drawing/2014/main" id="{CB07F1F4-227A-3EC5-C4C7-2711372F94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84" name="그림 5183">
                <a:extLst>
                  <a:ext uri="{FF2B5EF4-FFF2-40B4-BE49-F238E27FC236}">
                    <a16:creationId xmlns:a16="http://schemas.microsoft.com/office/drawing/2014/main" id="{0AB08B3E-DFB3-AD35-900D-71C074CA74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85" name="그림 5184">
                <a:extLst>
                  <a:ext uri="{FF2B5EF4-FFF2-40B4-BE49-F238E27FC236}">
                    <a16:creationId xmlns:a16="http://schemas.microsoft.com/office/drawing/2014/main" id="{FD3E7F9C-3BEC-7C56-7997-2663FA2D59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  <p:grpSp>
          <p:nvGrpSpPr>
            <p:cNvPr id="5165" name="그룹 5164">
              <a:extLst>
                <a:ext uri="{FF2B5EF4-FFF2-40B4-BE49-F238E27FC236}">
                  <a16:creationId xmlns:a16="http://schemas.microsoft.com/office/drawing/2014/main" id="{A99962CF-6116-EF87-A6F9-17FFF65D59B6}"/>
                </a:ext>
              </a:extLst>
            </p:cNvPr>
            <p:cNvGrpSpPr/>
            <p:nvPr/>
          </p:nvGrpSpPr>
          <p:grpSpPr>
            <a:xfrm>
              <a:off x="7788275" y="4128473"/>
              <a:ext cx="1923268" cy="161636"/>
              <a:chOff x="2178280" y="4131201"/>
              <a:chExt cx="3764768" cy="133584"/>
            </a:xfrm>
          </p:grpSpPr>
          <p:pic>
            <p:nvPicPr>
              <p:cNvPr id="5166" name="그림 5165">
                <a:extLst>
                  <a:ext uri="{FF2B5EF4-FFF2-40B4-BE49-F238E27FC236}">
                    <a16:creationId xmlns:a16="http://schemas.microsoft.com/office/drawing/2014/main" id="{8F06E484-2D43-1037-65FB-D58F39687AA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17828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67" name="그림 5166">
                <a:extLst>
                  <a:ext uri="{FF2B5EF4-FFF2-40B4-BE49-F238E27FC236}">
                    <a16:creationId xmlns:a16="http://schemas.microsoft.com/office/drawing/2014/main" id="{B1211C0E-F73F-704C-8701-C6774F8161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55525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68" name="그림 5167">
                <a:extLst>
                  <a:ext uri="{FF2B5EF4-FFF2-40B4-BE49-F238E27FC236}">
                    <a16:creationId xmlns:a16="http://schemas.microsoft.com/office/drawing/2014/main" id="{F8B954FA-4B6A-E839-AE52-C165F5F059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293222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69" name="그림 5168">
                <a:extLst>
                  <a:ext uri="{FF2B5EF4-FFF2-40B4-BE49-F238E27FC236}">
                    <a16:creationId xmlns:a16="http://schemas.microsoft.com/office/drawing/2014/main" id="{FD02A1CC-F266-6A4D-0617-4C53077769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30919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70" name="그림 5169">
                <a:extLst>
                  <a:ext uri="{FF2B5EF4-FFF2-40B4-BE49-F238E27FC236}">
                    <a16:creationId xmlns:a16="http://schemas.microsoft.com/office/drawing/2014/main" id="{141D104A-01E9-00F4-7EBF-D43E14BC6A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368616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71" name="그림 5170">
                <a:extLst>
                  <a:ext uri="{FF2B5EF4-FFF2-40B4-BE49-F238E27FC236}">
                    <a16:creationId xmlns:a16="http://schemas.microsoft.com/office/drawing/2014/main" id="{265BB883-D34D-9F55-C459-71057EC912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06313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72" name="그림 5171">
                <a:extLst>
                  <a:ext uri="{FF2B5EF4-FFF2-40B4-BE49-F238E27FC236}">
                    <a16:creationId xmlns:a16="http://schemas.microsoft.com/office/drawing/2014/main" id="{6866DB82-17FF-148F-6BAA-EE5922279C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44010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73" name="그림 5172">
                <a:extLst>
                  <a:ext uri="{FF2B5EF4-FFF2-40B4-BE49-F238E27FC236}">
                    <a16:creationId xmlns:a16="http://schemas.microsoft.com/office/drawing/2014/main" id="{A9584EA0-6218-6291-C57A-BF7D687A8A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481707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74" name="그림 5173">
                <a:extLst>
                  <a:ext uri="{FF2B5EF4-FFF2-40B4-BE49-F238E27FC236}">
                    <a16:creationId xmlns:a16="http://schemas.microsoft.com/office/drawing/2014/main" id="{B74C0A93-5A68-C394-D6B7-1F91F3DCAB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194040" y="4131201"/>
                <a:ext cx="372039" cy="133584"/>
              </a:xfrm>
              <a:prstGeom prst="rect">
                <a:avLst/>
              </a:prstGeom>
            </p:spPr>
          </p:pic>
          <p:pic>
            <p:nvPicPr>
              <p:cNvPr id="5175" name="그림 5174">
                <a:extLst>
                  <a:ext uri="{FF2B5EF4-FFF2-40B4-BE49-F238E27FC236}">
                    <a16:creationId xmlns:a16="http://schemas.microsoft.com/office/drawing/2014/main" id="{80F2ADD4-C1AD-9EBB-9DF0-735233E76B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biLevel thresh="75000"/>
              </a:blip>
              <a:stretch>
                <a:fillRect/>
              </a:stretch>
            </p:blipFill>
            <p:spPr>
              <a:xfrm>
                <a:off x="5571009" y="4131201"/>
                <a:ext cx="372039" cy="133584"/>
              </a:xfrm>
              <a:prstGeom prst="rect">
                <a:avLst/>
              </a:prstGeom>
            </p:spPr>
          </p:pic>
        </p:grpSp>
      </p:grpSp>
      <p:grpSp>
        <p:nvGrpSpPr>
          <p:cNvPr id="5216" name="그룹 5215">
            <a:extLst>
              <a:ext uri="{FF2B5EF4-FFF2-40B4-BE49-F238E27FC236}">
                <a16:creationId xmlns:a16="http://schemas.microsoft.com/office/drawing/2014/main" id="{C5E3287D-D145-41A8-155F-115AE0D56DF0}"/>
              </a:ext>
            </a:extLst>
          </p:cNvPr>
          <p:cNvGrpSpPr/>
          <p:nvPr userDrawn="1"/>
        </p:nvGrpSpPr>
        <p:grpSpPr>
          <a:xfrm>
            <a:off x="1257609" y="777859"/>
            <a:ext cx="314860" cy="154851"/>
            <a:chOff x="2916496" y="777859"/>
            <a:chExt cx="314860" cy="154851"/>
          </a:xfrm>
        </p:grpSpPr>
        <p:sp>
          <p:nvSpPr>
            <p:cNvPr id="5217" name="사각형: 둥근 모서리 5216">
              <a:extLst>
                <a:ext uri="{FF2B5EF4-FFF2-40B4-BE49-F238E27FC236}">
                  <a16:creationId xmlns:a16="http://schemas.microsoft.com/office/drawing/2014/main" id="{7C643443-157A-EBD6-21EE-A7AF9EFA15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916496" y="777859"/>
              <a:ext cx="314860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18" name="TextBox 5217">
              <a:extLst>
                <a:ext uri="{FF2B5EF4-FFF2-40B4-BE49-F238E27FC236}">
                  <a16:creationId xmlns:a16="http://schemas.microsoft.com/office/drawing/2014/main" id="{6C121830-4949-49E5-0669-EB180F12D8D2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2935815" y="801423"/>
              <a:ext cx="27622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spc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Setup</a:t>
              </a:r>
              <a:endParaRPr lang="ko-KR" altLang="en-US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</p:grpSp>
      <p:pic>
        <p:nvPicPr>
          <p:cNvPr id="5219" name="그림 5218">
            <a:extLst>
              <a:ext uri="{FF2B5EF4-FFF2-40B4-BE49-F238E27FC236}">
                <a16:creationId xmlns:a16="http://schemas.microsoft.com/office/drawing/2014/main" id="{5E9790CC-E6CB-DF47-2D91-145CC6097257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7102" y="809942"/>
            <a:ext cx="986195" cy="90685"/>
          </a:xfrm>
          <a:prstGeom prst="rect">
            <a:avLst/>
          </a:prstGeom>
        </p:spPr>
      </p:pic>
      <p:grpSp>
        <p:nvGrpSpPr>
          <p:cNvPr id="5220" name="그룹 5219">
            <a:extLst>
              <a:ext uri="{FF2B5EF4-FFF2-40B4-BE49-F238E27FC236}">
                <a16:creationId xmlns:a16="http://schemas.microsoft.com/office/drawing/2014/main" id="{406575C9-5688-907C-C43C-991C653460A7}"/>
              </a:ext>
            </a:extLst>
          </p:cNvPr>
          <p:cNvGrpSpPr/>
          <p:nvPr userDrawn="1"/>
        </p:nvGrpSpPr>
        <p:grpSpPr>
          <a:xfrm>
            <a:off x="1610856" y="777859"/>
            <a:ext cx="871200" cy="154851"/>
            <a:chOff x="3398696" y="777859"/>
            <a:chExt cx="871200" cy="154851"/>
          </a:xfrm>
        </p:grpSpPr>
        <p:sp>
          <p:nvSpPr>
            <p:cNvPr id="5221" name="사각형: 둥근 모서리 5220">
              <a:extLst>
                <a:ext uri="{FF2B5EF4-FFF2-40B4-BE49-F238E27FC236}">
                  <a16:creationId xmlns:a16="http://schemas.microsoft.com/office/drawing/2014/main" id="{730C817C-85C0-E8A4-C04B-60863461BE51}"/>
                </a:ext>
              </a:extLst>
            </p:cNvPr>
            <p:cNvSpPr>
              <a:spLocks/>
            </p:cNvSpPr>
            <p:nvPr userDrawn="1"/>
          </p:nvSpPr>
          <p:spPr>
            <a:xfrm>
              <a:off x="3398696" y="777859"/>
              <a:ext cx="871200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pic>
          <p:nvPicPr>
            <p:cNvPr id="5222" name="그래픽 5221" descr="벨소리 단색으로 채워진">
              <a:extLst>
                <a:ext uri="{FF2B5EF4-FFF2-40B4-BE49-F238E27FC236}">
                  <a16:creationId xmlns:a16="http://schemas.microsoft.com/office/drawing/2014/main" id="{77B5E9AB-6798-AC3F-A8CF-11A5835F065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431701" y="796178"/>
              <a:ext cx="118212" cy="118212"/>
            </a:xfrm>
            <a:prstGeom prst="rect">
              <a:avLst/>
            </a:prstGeom>
          </p:spPr>
        </p:pic>
        <p:cxnSp>
          <p:nvCxnSpPr>
            <p:cNvPr id="5223" name="직선 연결선 5222">
              <a:extLst>
                <a:ext uri="{FF2B5EF4-FFF2-40B4-BE49-F238E27FC236}">
                  <a16:creationId xmlns:a16="http://schemas.microsoft.com/office/drawing/2014/main" id="{32B80D70-0DF9-C309-32EF-2D2821AB3E56}"/>
                </a:ext>
              </a:extLst>
            </p:cNvPr>
            <p:cNvCxnSpPr/>
            <p:nvPr userDrawn="1"/>
          </p:nvCxnSpPr>
          <p:spPr>
            <a:xfrm>
              <a:off x="3580071" y="801309"/>
              <a:ext cx="0" cy="10795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24" name="TextBox 5223">
              <a:extLst>
                <a:ext uri="{FF2B5EF4-FFF2-40B4-BE49-F238E27FC236}">
                  <a16:creationId xmlns:a16="http://schemas.microsoft.com/office/drawing/2014/main" id="{E77E86DA-07E9-B511-2D42-F358B2DFB518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626082" y="801423"/>
              <a:ext cx="302981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</a:rPr>
                <a:t>ON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endParaRPr>
            </a:p>
          </p:txBody>
        </p:sp>
        <p:sp>
          <p:nvSpPr>
            <p:cNvPr id="5225" name="이등변 삼각형 5224">
              <a:extLst>
                <a:ext uri="{FF2B5EF4-FFF2-40B4-BE49-F238E27FC236}">
                  <a16:creationId xmlns:a16="http://schemas.microsoft.com/office/drawing/2014/main" id="{516B9DFC-0E85-746F-A673-3893B3F4B472}"/>
                </a:ext>
              </a:extLst>
            </p:cNvPr>
            <p:cNvSpPr/>
            <p:nvPr userDrawn="1"/>
          </p:nvSpPr>
          <p:spPr>
            <a:xfrm rot="10800000">
              <a:off x="4141064" y="834503"/>
              <a:ext cx="63578" cy="4156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226" name="TextBox 5225">
              <a:extLst>
                <a:ext uri="{FF2B5EF4-FFF2-40B4-BE49-F238E27FC236}">
                  <a16:creationId xmlns:a16="http://schemas.microsoft.com/office/drawing/2014/main" id="{BBA04725-0271-607F-90E8-E46F71A76FA1}"/>
                </a:ext>
              </a:extLst>
            </p:cNvPr>
            <p:cNvSpPr txBox="1">
              <a:spLocks/>
            </p:cNvSpPr>
            <p:nvPr userDrawn="1"/>
          </p:nvSpPr>
          <p:spPr>
            <a:xfrm rot="5400000">
              <a:off x="4146981" y="801425"/>
              <a:ext cx="9048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&gt;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grpSp>
        <p:nvGrpSpPr>
          <p:cNvPr id="5227" name="그룹 5226">
            <a:extLst>
              <a:ext uri="{FF2B5EF4-FFF2-40B4-BE49-F238E27FC236}">
                <a16:creationId xmlns:a16="http://schemas.microsoft.com/office/drawing/2014/main" id="{ADAB5BD0-26FC-46E6-3901-F711A591B3DE}"/>
              </a:ext>
            </a:extLst>
          </p:cNvPr>
          <p:cNvGrpSpPr/>
          <p:nvPr userDrawn="1"/>
        </p:nvGrpSpPr>
        <p:grpSpPr>
          <a:xfrm>
            <a:off x="2520443" y="777859"/>
            <a:ext cx="872688" cy="154851"/>
            <a:chOff x="4315061" y="777859"/>
            <a:chExt cx="872688" cy="154851"/>
          </a:xfrm>
        </p:grpSpPr>
        <p:sp>
          <p:nvSpPr>
            <p:cNvPr id="5228" name="사각형: 둥근 모서리 5227">
              <a:extLst>
                <a:ext uri="{FF2B5EF4-FFF2-40B4-BE49-F238E27FC236}">
                  <a16:creationId xmlns:a16="http://schemas.microsoft.com/office/drawing/2014/main" id="{80E08A2F-B5AF-FD5D-8846-54E1A4354139}"/>
                </a:ext>
              </a:extLst>
            </p:cNvPr>
            <p:cNvSpPr>
              <a:spLocks/>
            </p:cNvSpPr>
            <p:nvPr/>
          </p:nvSpPr>
          <p:spPr>
            <a:xfrm>
              <a:off x="4315061" y="777859"/>
              <a:ext cx="872688" cy="154851"/>
            </a:xfrm>
            <a:prstGeom prst="roundRect">
              <a:avLst>
                <a:gd name="adj" fmla="val 18159"/>
              </a:avLst>
            </a:prstGeom>
            <a:noFill/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229" name="TextBox 5228">
              <a:extLst>
                <a:ext uri="{FF2B5EF4-FFF2-40B4-BE49-F238E27FC236}">
                  <a16:creationId xmlns:a16="http://schemas.microsoft.com/office/drawing/2014/main" id="{2B747E97-0FDF-C77A-59C6-0860C9175C40}"/>
                </a:ext>
              </a:extLst>
            </p:cNvPr>
            <p:cNvSpPr txBox="1">
              <a:spLocks/>
            </p:cNvSpPr>
            <p:nvPr/>
          </p:nvSpPr>
          <p:spPr>
            <a:xfrm>
              <a:off x="4372123" y="801423"/>
              <a:ext cx="670370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ko-KR" altLang="en-US" sz="700" spc="-30" baseline="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</a:rPr>
                <a:t>중환자실</a:t>
              </a:r>
            </a:p>
          </p:txBody>
        </p:sp>
        <p:sp>
          <p:nvSpPr>
            <p:cNvPr id="5230" name="이등변 삼각형 5229">
              <a:extLst>
                <a:ext uri="{FF2B5EF4-FFF2-40B4-BE49-F238E27FC236}">
                  <a16:creationId xmlns:a16="http://schemas.microsoft.com/office/drawing/2014/main" id="{6B76F243-F12B-1617-69CE-E1135EED1252}"/>
                </a:ext>
              </a:extLst>
            </p:cNvPr>
            <p:cNvSpPr/>
            <p:nvPr/>
          </p:nvSpPr>
          <p:spPr>
            <a:xfrm rot="10800000">
              <a:off x="5073361" y="834503"/>
              <a:ext cx="63578" cy="41563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lt1">
                    <a:alpha val="40000"/>
                  </a:schemeClr>
                </a:solidFill>
              </a:endParaRPr>
            </a:p>
          </p:txBody>
        </p:sp>
        <p:sp>
          <p:nvSpPr>
            <p:cNvPr id="5231" name="TextBox 5230">
              <a:extLst>
                <a:ext uri="{FF2B5EF4-FFF2-40B4-BE49-F238E27FC236}">
                  <a16:creationId xmlns:a16="http://schemas.microsoft.com/office/drawing/2014/main" id="{41C339F1-2B08-41D8-7770-34DEA7275135}"/>
                </a:ext>
              </a:extLst>
            </p:cNvPr>
            <p:cNvSpPr txBox="1">
              <a:spLocks/>
            </p:cNvSpPr>
            <p:nvPr userDrawn="1"/>
          </p:nvSpPr>
          <p:spPr>
            <a:xfrm rot="5400000">
              <a:off x="5064835" y="801424"/>
              <a:ext cx="9048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&gt;</a:t>
              </a:r>
              <a:endParaRPr lang="en-US" altLang="ko-KR" sz="7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sp>
        <p:nvSpPr>
          <p:cNvPr id="5232" name="직사각형 5231">
            <a:extLst>
              <a:ext uri="{FF2B5EF4-FFF2-40B4-BE49-F238E27FC236}">
                <a16:creationId xmlns:a16="http://schemas.microsoft.com/office/drawing/2014/main" id="{C64CDFB4-B75F-3745-EED4-E25C65C1886B}"/>
              </a:ext>
            </a:extLst>
          </p:cNvPr>
          <p:cNvSpPr/>
          <p:nvPr userDrawn="1"/>
        </p:nvSpPr>
        <p:spPr>
          <a:xfrm>
            <a:off x="64655" y="745368"/>
            <a:ext cx="9649742" cy="219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233" name="그룹 5232">
            <a:extLst>
              <a:ext uri="{FF2B5EF4-FFF2-40B4-BE49-F238E27FC236}">
                <a16:creationId xmlns:a16="http://schemas.microsoft.com/office/drawing/2014/main" id="{F1E9D80A-9008-2B00-0D73-0773D2F3652A}"/>
              </a:ext>
            </a:extLst>
          </p:cNvPr>
          <p:cNvGrpSpPr/>
          <p:nvPr userDrawn="1"/>
        </p:nvGrpSpPr>
        <p:grpSpPr>
          <a:xfrm>
            <a:off x="64655" y="965016"/>
            <a:ext cx="2411573" cy="1462152"/>
            <a:chOff x="64655" y="965016"/>
            <a:chExt cx="2410383" cy="1462152"/>
          </a:xfrm>
        </p:grpSpPr>
        <p:sp>
          <p:nvSpPr>
            <p:cNvPr id="5234" name="사각형: 둥근 모서리 5233">
              <a:extLst>
                <a:ext uri="{FF2B5EF4-FFF2-40B4-BE49-F238E27FC236}">
                  <a16:creationId xmlns:a16="http://schemas.microsoft.com/office/drawing/2014/main" id="{8B639436-E247-ADB4-070F-A9F89A20C459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35" name="TextBox 5234">
              <a:extLst>
                <a:ext uri="{FF2B5EF4-FFF2-40B4-BE49-F238E27FC236}">
                  <a16:creationId xmlns:a16="http://schemas.microsoft.com/office/drawing/2014/main" id="{1BC897A7-C06A-6D66-BF1F-2A0A90E5C3A3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01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236" name="TextBox 5235">
              <a:extLst>
                <a:ext uri="{FF2B5EF4-FFF2-40B4-BE49-F238E27FC236}">
                  <a16:creationId xmlns:a16="http://schemas.microsoft.com/office/drawing/2014/main" id="{514F425E-D35B-2784-F777-77C7E9C390A5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237" name="직선 연결선 5236">
              <a:extLst>
                <a:ext uri="{FF2B5EF4-FFF2-40B4-BE49-F238E27FC236}">
                  <a16:creationId xmlns:a16="http://schemas.microsoft.com/office/drawing/2014/main" id="{68AD32CC-F694-D545-C47D-E97B8F95CA51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38" name="그룹 5237">
              <a:extLst>
                <a:ext uri="{FF2B5EF4-FFF2-40B4-BE49-F238E27FC236}">
                  <a16:creationId xmlns:a16="http://schemas.microsoft.com/office/drawing/2014/main" id="{2F7E3FA9-AB19-D943-77A2-718816822EE8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263" name="그림 5262">
                <a:extLst>
                  <a:ext uri="{FF2B5EF4-FFF2-40B4-BE49-F238E27FC236}">
                    <a16:creationId xmlns:a16="http://schemas.microsoft.com/office/drawing/2014/main" id="{EBADF872-8D80-6940-EBF6-793C2D60C1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4" name="그림 5263">
                <a:extLst>
                  <a:ext uri="{FF2B5EF4-FFF2-40B4-BE49-F238E27FC236}">
                    <a16:creationId xmlns:a16="http://schemas.microsoft.com/office/drawing/2014/main" id="{6E099647-593F-D7DA-5EDF-6ECEC0C725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5" name="그림 5264">
                <a:extLst>
                  <a:ext uri="{FF2B5EF4-FFF2-40B4-BE49-F238E27FC236}">
                    <a16:creationId xmlns:a16="http://schemas.microsoft.com/office/drawing/2014/main" id="{5943AC77-C580-33BF-7477-52C80E9149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6" name="그림 5265">
                <a:extLst>
                  <a:ext uri="{FF2B5EF4-FFF2-40B4-BE49-F238E27FC236}">
                    <a16:creationId xmlns:a16="http://schemas.microsoft.com/office/drawing/2014/main" id="{BE5C4600-9927-482F-8FB2-B0A33DA678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7" name="그림 5266">
                <a:extLst>
                  <a:ext uri="{FF2B5EF4-FFF2-40B4-BE49-F238E27FC236}">
                    <a16:creationId xmlns:a16="http://schemas.microsoft.com/office/drawing/2014/main" id="{BEF47BBE-0732-EBDB-EF96-525CA523A6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268" name="그림 5267">
                <a:extLst>
                  <a:ext uri="{FF2B5EF4-FFF2-40B4-BE49-F238E27FC236}">
                    <a16:creationId xmlns:a16="http://schemas.microsoft.com/office/drawing/2014/main" id="{5AB37718-728F-EB17-1CA0-EA1A39EEBE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239" name="TextBox 5238">
              <a:extLst>
                <a:ext uri="{FF2B5EF4-FFF2-40B4-BE49-F238E27FC236}">
                  <a16:creationId xmlns:a16="http://schemas.microsoft.com/office/drawing/2014/main" id="{388AE2F3-6E38-6BF2-DA66-5166358E10E9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240" name="TextBox 5239">
              <a:extLst>
                <a:ext uri="{FF2B5EF4-FFF2-40B4-BE49-F238E27FC236}">
                  <a16:creationId xmlns:a16="http://schemas.microsoft.com/office/drawing/2014/main" id="{9115D6ED-C89A-CF8C-521B-4231B284086A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1" name="TextBox 5240">
              <a:extLst>
                <a:ext uri="{FF2B5EF4-FFF2-40B4-BE49-F238E27FC236}">
                  <a16:creationId xmlns:a16="http://schemas.microsoft.com/office/drawing/2014/main" id="{8CD2D51B-34B4-DEB2-68C3-8990811789CF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2" name="TextBox 5241">
              <a:extLst>
                <a:ext uri="{FF2B5EF4-FFF2-40B4-BE49-F238E27FC236}">
                  <a16:creationId xmlns:a16="http://schemas.microsoft.com/office/drawing/2014/main" id="{2A509CBE-2327-36C7-6FB6-CEC10E2430D1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3" name="TextBox 5242">
              <a:extLst>
                <a:ext uri="{FF2B5EF4-FFF2-40B4-BE49-F238E27FC236}">
                  <a16:creationId xmlns:a16="http://schemas.microsoft.com/office/drawing/2014/main" id="{81DFA2C7-DB5F-BC4F-BDE6-1D97DC205040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4" name="TextBox 5243">
              <a:extLst>
                <a:ext uri="{FF2B5EF4-FFF2-40B4-BE49-F238E27FC236}">
                  <a16:creationId xmlns:a16="http://schemas.microsoft.com/office/drawing/2014/main" id="{58D01DFC-0E67-CBF2-C10E-1644F575B779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5" name="TextBox 5244">
              <a:extLst>
                <a:ext uri="{FF2B5EF4-FFF2-40B4-BE49-F238E27FC236}">
                  <a16:creationId xmlns:a16="http://schemas.microsoft.com/office/drawing/2014/main" id="{AD23AC42-E765-CA9E-8A70-28C994BFDC09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6" name="TextBox 5245">
              <a:extLst>
                <a:ext uri="{FF2B5EF4-FFF2-40B4-BE49-F238E27FC236}">
                  <a16:creationId xmlns:a16="http://schemas.microsoft.com/office/drawing/2014/main" id="{242AA253-E14A-2478-57EB-03D4B02D9578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7" name="TextBox 5246">
              <a:extLst>
                <a:ext uri="{FF2B5EF4-FFF2-40B4-BE49-F238E27FC236}">
                  <a16:creationId xmlns:a16="http://schemas.microsoft.com/office/drawing/2014/main" id="{B3E8C919-4A5B-5529-0A13-A1F3EDB050DC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8" name="TextBox 5247">
              <a:extLst>
                <a:ext uri="{FF2B5EF4-FFF2-40B4-BE49-F238E27FC236}">
                  <a16:creationId xmlns:a16="http://schemas.microsoft.com/office/drawing/2014/main" id="{E071BCD8-0AB9-E2F1-693E-14073AF9C875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49" name="TextBox 5248">
              <a:extLst>
                <a:ext uri="{FF2B5EF4-FFF2-40B4-BE49-F238E27FC236}">
                  <a16:creationId xmlns:a16="http://schemas.microsoft.com/office/drawing/2014/main" id="{6D542E74-AD0A-E7FB-E3CC-18C8DC12FF02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50" name="TextBox 5249">
              <a:extLst>
                <a:ext uri="{FF2B5EF4-FFF2-40B4-BE49-F238E27FC236}">
                  <a16:creationId xmlns:a16="http://schemas.microsoft.com/office/drawing/2014/main" id="{1F2069B3-DC1E-7AA2-944D-E9DE96B67F68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51" name="TextBox 5250">
              <a:extLst>
                <a:ext uri="{FF2B5EF4-FFF2-40B4-BE49-F238E27FC236}">
                  <a16:creationId xmlns:a16="http://schemas.microsoft.com/office/drawing/2014/main" id="{359BFE1C-88DA-F657-DA66-B4D2B925175F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252" name="직선 연결선 5251">
              <a:extLst>
                <a:ext uri="{FF2B5EF4-FFF2-40B4-BE49-F238E27FC236}">
                  <a16:creationId xmlns:a16="http://schemas.microsoft.com/office/drawing/2014/main" id="{830517A3-DE86-FA1C-6DEC-30B1ADF3F4CD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3" name="직선 연결선 5252">
              <a:extLst>
                <a:ext uri="{FF2B5EF4-FFF2-40B4-BE49-F238E27FC236}">
                  <a16:creationId xmlns:a16="http://schemas.microsoft.com/office/drawing/2014/main" id="{81562B30-3990-A3B9-5D55-7D448FFC2A15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54" name="그래픽 5253" descr="벨소리 단색으로 채워진">
              <a:extLst>
                <a:ext uri="{FF2B5EF4-FFF2-40B4-BE49-F238E27FC236}">
                  <a16:creationId xmlns:a16="http://schemas.microsoft.com/office/drawing/2014/main" id="{EB7582A6-469E-AEF9-548D-B3E51412C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255" name="직선 연결선 5254">
              <a:extLst>
                <a:ext uri="{FF2B5EF4-FFF2-40B4-BE49-F238E27FC236}">
                  <a16:creationId xmlns:a16="http://schemas.microsoft.com/office/drawing/2014/main" id="{5791E9D4-8BCC-5F31-BD98-FFB3039009F4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56" name="TextBox 5255">
              <a:extLst>
                <a:ext uri="{FF2B5EF4-FFF2-40B4-BE49-F238E27FC236}">
                  <a16:creationId xmlns:a16="http://schemas.microsoft.com/office/drawing/2014/main" id="{A2B4113A-35C7-0A97-41B8-07AAF84C6D8A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257" name="그룹 5256">
              <a:extLst>
                <a:ext uri="{FF2B5EF4-FFF2-40B4-BE49-F238E27FC236}">
                  <a16:creationId xmlns:a16="http://schemas.microsoft.com/office/drawing/2014/main" id="{0885D056-7330-C681-F3F3-2FE8F019FCD6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261" name="그림 5260">
                <a:extLst>
                  <a:ext uri="{FF2B5EF4-FFF2-40B4-BE49-F238E27FC236}">
                    <a16:creationId xmlns:a16="http://schemas.microsoft.com/office/drawing/2014/main" id="{1DD36368-6910-9682-43EA-2269B2A0DB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262" name="그림 5261">
                <a:extLst>
                  <a:ext uri="{FF2B5EF4-FFF2-40B4-BE49-F238E27FC236}">
                    <a16:creationId xmlns:a16="http://schemas.microsoft.com/office/drawing/2014/main" id="{250F6883-D326-05D3-AE7D-16721CD83F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258" name="직사각형 5257">
              <a:extLst>
                <a:ext uri="{FF2B5EF4-FFF2-40B4-BE49-F238E27FC236}">
                  <a16:creationId xmlns:a16="http://schemas.microsoft.com/office/drawing/2014/main" id="{40C945B8-0C54-DB02-7F4A-A82286570067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59" name="TextBox 5258">
              <a:extLst>
                <a:ext uri="{FF2B5EF4-FFF2-40B4-BE49-F238E27FC236}">
                  <a16:creationId xmlns:a16="http://schemas.microsoft.com/office/drawing/2014/main" id="{2D53AC8E-BDE8-DA76-F46C-2132805EF76B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260" name="직사각형 5259">
              <a:extLst>
                <a:ext uri="{FF2B5EF4-FFF2-40B4-BE49-F238E27FC236}">
                  <a16:creationId xmlns:a16="http://schemas.microsoft.com/office/drawing/2014/main" id="{87FC87A7-7AB1-9A23-D586-DE5BC9D6EBCA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269" name="그룹 5268">
            <a:extLst>
              <a:ext uri="{FF2B5EF4-FFF2-40B4-BE49-F238E27FC236}">
                <a16:creationId xmlns:a16="http://schemas.microsoft.com/office/drawing/2014/main" id="{09FDB698-BF4E-5098-078A-6C61A6662B1A}"/>
              </a:ext>
            </a:extLst>
          </p:cNvPr>
          <p:cNvGrpSpPr/>
          <p:nvPr userDrawn="1"/>
        </p:nvGrpSpPr>
        <p:grpSpPr>
          <a:xfrm>
            <a:off x="2478794" y="965016"/>
            <a:ext cx="2411573" cy="1462152"/>
            <a:chOff x="64655" y="965016"/>
            <a:chExt cx="2410383" cy="1462152"/>
          </a:xfrm>
        </p:grpSpPr>
        <p:sp>
          <p:nvSpPr>
            <p:cNvPr id="5270" name="사각형: 둥근 모서리 5269">
              <a:extLst>
                <a:ext uri="{FF2B5EF4-FFF2-40B4-BE49-F238E27FC236}">
                  <a16:creationId xmlns:a16="http://schemas.microsoft.com/office/drawing/2014/main" id="{0C5AC295-2879-2C63-92C7-D9BF020A7931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271" name="TextBox 5270">
              <a:extLst>
                <a:ext uri="{FF2B5EF4-FFF2-40B4-BE49-F238E27FC236}">
                  <a16:creationId xmlns:a16="http://schemas.microsoft.com/office/drawing/2014/main" id="{BA20034D-ED18-C210-769D-3A70C436D23D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03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272" name="TextBox 5271">
              <a:extLst>
                <a:ext uri="{FF2B5EF4-FFF2-40B4-BE49-F238E27FC236}">
                  <a16:creationId xmlns:a16="http://schemas.microsoft.com/office/drawing/2014/main" id="{5BE93361-D440-26EC-B538-A19A7EB28EA0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273" name="직선 연결선 5272">
              <a:extLst>
                <a:ext uri="{FF2B5EF4-FFF2-40B4-BE49-F238E27FC236}">
                  <a16:creationId xmlns:a16="http://schemas.microsoft.com/office/drawing/2014/main" id="{D05EEA5C-A9E7-1424-9B8A-6C4AAF78058C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74" name="그룹 5273">
              <a:extLst>
                <a:ext uri="{FF2B5EF4-FFF2-40B4-BE49-F238E27FC236}">
                  <a16:creationId xmlns:a16="http://schemas.microsoft.com/office/drawing/2014/main" id="{D88515C2-7E31-BA70-95E4-9514F25B6447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299" name="그림 5298">
                <a:extLst>
                  <a:ext uri="{FF2B5EF4-FFF2-40B4-BE49-F238E27FC236}">
                    <a16:creationId xmlns:a16="http://schemas.microsoft.com/office/drawing/2014/main" id="{397CB3A2-2D38-5641-562A-F00B17724D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0" name="그림 5299">
                <a:extLst>
                  <a:ext uri="{FF2B5EF4-FFF2-40B4-BE49-F238E27FC236}">
                    <a16:creationId xmlns:a16="http://schemas.microsoft.com/office/drawing/2014/main" id="{FE71E142-57FC-04E0-77A9-7BBB84A70C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1" name="그림 5300">
                <a:extLst>
                  <a:ext uri="{FF2B5EF4-FFF2-40B4-BE49-F238E27FC236}">
                    <a16:creationId xmlns:a16="http://schemas.microsoft.com/office/drawing/2014/main" id="{E3DE7514-31D9-0EDA-5085-274FCD8AEA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2" name="그림 5301">
                <a:extLst>
                  <a:ext uri="{FF2B5EF4-FFF2-40B4-BE49-F238E27FC236}">
                    <a16:creationId xmlns:a16="http://schemas.microsoft.com/office/drawing/2014/main" id="{6F84FEE1-C37E-1A3E-AC7C-6D16382A14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3" name="그림 5302">
                <a:extLst>
                  <a:ext uri="{FF2B5EF4-FFF2-40B4-BE49-F238E27FC236}">
                    <a16:creationId xmlns:a16="http://schemas.microsoft.com/office/drawing/2014/main" id="{12B43AA9-B99A-A0FA-550B-F3DDCE73B4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04" name="그림 5303">
                <a:extLst>
                  <a:ext uri="{FF2B5EF4-FFF2-40B4-BE49-F238E27FC236}">
                    <a16:creationId xmlns:a16="http://schemas.microsoft.com/office/drawing/2014/main" id="{DDDBC1CF-7591-1A28-3B04-736C0559FC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275" name="TextBox 5274">
              <a:extLst>
                <a:ext uri="{FF2B5EF4-FFF2-40B4-BE49-F238E27FC236}">
                  <a16:creationId xmlns:a16="http://schemas.microsoft.com/office/drawing/2014/main" id="{90E40ABD-B8B2-D7DE-BCB5-1662D858EBF5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276" name="TextBox 5275">
              <a:extLst>
                <a:ext uri="{FF2B5EF4-FFF2-40B4-BE49-F238E27FC236}">
                  <a16:creationId xmlns:a16="http://schemas.microsoft.com/office/drawing/2014/main" id="{874942EC-348F-310A-C52D-7A8CAD0A3E5E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77" name="TextBox 5276">
              <a:extLst>
                <a:ext uri="{FF2B5EF4-FFF2-40B4-BE49-F238E27FC236}">
                  <a16:creationId xmlns:a16="http://schemas.microsoft.com/office/drawing/2014/main" id="{3262D8BD-E43D-A96E-9C93-3E81F16F024D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78" name="TextBox 5277">
              <a:extLst>
                <a:ext uri="{FF2B5EF4-FFF2-40B4-BE49-F238E27FC236}">
                  <a16:creationId xmlns:a16="http://schemas.microsoft.com/office/drawing/2014/main" id="{D073A2E6-A6CE-A3A4-9E06-0A0220B3D403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79" name="TextBox 5278">
              <a:extLst>
                <a:ext uri="{FF2B5EF4-FFF2-40B4-BE49-F238E27FC236}">
                  <a16:creationId xmlns:a16="http://schemas.microsoft.com/office/drawing/2014/main" id="{67B897E7-96C5-AAD9-E275-AC3C11D22D2F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0" name="TextBox 5279">
              <a:extLst>
                <a:ext uri="{FF2B5EF4-FFF2-40B4-BE49-F238E27FC236}">
                  <a16:creationId xmlns:a16="http://schemas.microsoft.com/office/drawing/2014/main" id="{58191D1E-CC22-1006-5D6E-53AB8EE1E40B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1" name="TextBox 5280">
              <a:extLst>
                <a:ext uri="{FF2B5EF4-FFF2-40B4-BE49-F238E27FC236}">
                  <a16:creationId xmlns:a16="http://schemas.microsoft.com/office/drawing/2014/main" id="{9E6BB08F-AE3E-D124-1B0C-1BE15DCF5C8B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2" name="TextBox 5281">
              <a:extLst>
                <a:ext uri="{FF2B5EF4-FFF2-40B4-BE49-F238E27FC236}">
                  <a16:creationId xmlns:a16="http://schemas.microsoft.com/office/drawing/2014/main" id="{129F7813-DA43-3DF5-9F64-2E817B8F06C9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3" name="TextBox 5282">
              <a:extLst>
                <a:ext uri="{FF2B5EF4-FFF2-40B4-BE49-F238E27FC236}">
                  <a16:creationId xmlns:a16="http://schemas.microsoft.com/office/drawing/2014/main" id="{3203A889-0F4D-92B8-2DC1-F101D001F254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4" name="TextBox 5283">
              <a:extLst>
                <a:ext uri="{FF2B5EF4-FFF2-40B4-BE49-F238E27FC236}">
                  <a16:creationId xmlns:a16="http://schemas.microsoft.com/office/drawing/2014/main" id="{B9990D69-B2B5-F1C2-93E5-B461F72E983A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5" name="TextBox 5284">
              <a:extLst>
                <a:ext uri="{FF2B5EF4-FFF2-40B4-BE49-F238E27FC236}">
                  <a16:creationId xmlns:a16="http://schemas.microsoft.com/office/drawing/2014/main" id="{ABEFFF4B-E7B3-1A5B-31DE-FA5924E97DE4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6" name="TextBox 5285">
              <a:extLst>
                <a:ext uri="{FF2B5EF4-FFF2-40B4-BE49-F238E27FC236}">
                  <a16:creationId xmlns:a16="http://schemas.microsoft.com/office/drawing/2014/main" id="{A815881E-D914-F1DB-2C4D-E3D439B53099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287" name="TextBox 5286">
              <a:extLst>
                <a:ext uri="{FF2B5EF4-FFF2-40B4-BE49-F238E27FC236}">
                  <a16:creationId xmlns:a16="http://schemas.microsoft.com/office/drawing/2014/main" id="{A3C4AC62-91B7-4A27-0790-0A443E925BE9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288" name="직선 연결선 5287">
              <a:extLst>
                <a:ext uri="{FF2B5EF4-FFF2-40B4-BE49-F238E27FC236}">
                  <a16:creationId xmlns:a16="http://schemas.microsoft.com/office/drawing/2014/main" id="{8438ADF6-F4CF-7353-6B3A-9B3C69F1B558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9" name="직선 연결선 5288">
              <a:extLst>
                <a:ext uri="{FF2B5EF4-FFF2-40B4-BE49-F238E27FC236}">
                  <a16:creationId xmlns:a16="http://schemas.microsoft.com/office/drawing/2014/main" id="{DA7827E7-43D5-5926-6106-3790567F12C2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90" name="그래픽 5289" descr="벨소리 단색으로 채워진">
              <a:extLst>
                <a:ext uri="{FF2B5EF4-FFF2-40B4-BE49-F238E27FC236}">
                  <a16:creationId xmlns:a16="http://schemas.microsoft.com/office/drawing/2014/main" id="{00BE0C5E-E631-CFC3-ADC9-D91B6D1CA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291" name="직선 연결선 5290">
              <a:extLst>
                <a:ext uri="{FF2B5EF4-FFF2-40B4-BE49-F238E27FC236}">
                  <a16:creationId xmlns:a16="http://schemas.microsoft.com/office/drawing/2014/main" id="{6E3E9141-B636-6305-6B6F-E671785B8791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92" name="TextBox 5291">
              <a:extLst>
                <a:ext uri="{FF2B5EF4-FFF2-40B4-BE49-F238E27FC236}">
                  <a16:creationId xmlns:a16="http://schemas.microsoft.com/office/drawing/2014/main" id="{526DE269-DE85-0508-5A35-443338AD1162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293" name="그룹 5292">
              <a:extLst>
                <a:ext uri="{FF2B5EF4-FFF2-40B4-BE49-F238E27FC236}">
                  <a16:creationId xmlns:a16="http://schemas.microsoft.com/office/drawing/2014/main" id="{51ABC908-ED77-11CF-4A9C-6DD3724A8474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297" name="그림 5296">
                <a:extLst>
                  <a:ext uri="{FF2B5EF4-FFF2-40B4-BE49-F238E27FC236}">
                    <a16:creationId xmlns:a16="http://schemas.microsoft.com/office/drawing/2014/main" id="{09A7D176-7307-CAAA-CC2D-0BAD796A1E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298" name="그림 5297">
                <a:extLst>
                  <a:ext uri="{FF2B5EF4-FFF2-40B4-BE49-F238E27FC236}">
                    <a16:creationId xmlns:a16="http://schemas.microsoft.com/office/drawing/2014/main" id="{ACA0A3D2-F116-89B5-FC19-96955EE932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294" name="직사각형 5293">
              <a:extLst>
                <a:ext uri="{FF2B5EF4-FFF2-40B4-BE49-F238E27FC236}">
                  <a16:creationId xmlns:a16="http://schemas.microsoft.com/office/drawing/2014/main" id="{33C07EC5-9EC7-BFE2-AC19-CE3DFAF1DDD9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95" name="TextBox 5294">
              <a:extLst>
                <a:ext uri="{FF2B5EF4-FFF2-40B4-BE49-F238E27FC236}">
                  <a16:creationId xmlns:a16="http://schemas.microsoft.com/office/drawing/2014/main" id="{919B6611-2908-AFA6-1E0D-B7703EC7DB1E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296" name="직사각형 5295">
              <a:extLst>
                <a:ext uri="{FF2B5EF4-FFF2-40B4-BE49-F238E27FC236}">
                  <a16:creationId xmlns:a16="http://schemas.microsoft.com/office/drawing/2014/main" id="{FB33C18E-EE73-F52D-8053-B3F223CCB181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05" name="그룹 5304">
            <a:extLst>
              <a:ext uri="{FF2B5EF4-FFF2-40B4-BE49-F238E27FC236}">
                <a16:creationId xmlns:a16="http://schemas.microsoft.com/office/drawing/2014/main" id="{2B311365-BA77-C52D-A7D3-3271E4FA098E}"/>
              </a:ext>
            </a:extLst>
          </p:cNvPr>
          <p:cNvGrpSpPr/>
          <p:nvPr userDrawn="1"/>
        </p:nvGrpSpPr>
        <p:grpSpPr>
          <a:xfrm>
            <a:off x="4890552" y="965016"/>
            <a:ext cx="2411573" cy="1462152"/>
            <a:chOff x="64655" y="965016"/>
            <a:chExt cx="2410383" cy="1462152"/>
          </a:xfrm>
        </p:grpSpPr>
        <p:sp>
          <p:nvSpPr>
            <p:cNvPr id="5306" name="사각형: 둥근 모서리 5305">
              <a:extLst>
                <a:ext uri="{FF2B5EF4-FFF2-40B4-BE49-F238E27FC236}">
                  <a16:creationId xmlns:a16="http://schemas.microsoft.com/office/drawing/2014/main" id="{BFA700B2-F911-CD4A-3F3E-9D8413DE9D37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07" name="TextBox 5306">
              <a:extLst>
                <a:ext uri="{FF2B5EF4-FFF2-40B4-BE49-F238E27FC236}">
                  <a16:creationId xmlns:a16="http://schemas.microsoft.com/office/drawing/2014/main" id="{22F56560-B896-4FB0-F4FA-37505D5AA28B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05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08" name="TextBox 5307">
              <a:extLst>
                <a:ext uri="{FF2B5EF4-FFF2-40B4-BE49-F238E27FC236}">
                  <a16:creationId xmlns:a16="http://schemas.microsoft.com/office/drawing/2014/main" id="{AA56C002-55FA-2F01-F41E-DFA91A96701D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309" name="직선 연결선 5308">
              <a:extLst>
                <a:ext uri="{FF2B5EF4-FFF2-40B4-BE49-F238E27FC236}">
                  <a16:creationId xmlns:a16="http://schemas.microsoft.com/office/drawing/2014/main" id="{0E486732-9C0F-2094-0262-3079B6FFCC03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10" name="그룹 5309">
              <a:extLst>
                <a:ext uri="{FF2B5EF4-FFF2-40B4-BE49-F238E27FC236}">
                  <a16:creationId xmlns:a16="http://schemas.microsoft.com/office/drawing/2014/main" id="{E9B39F45-CB86-1141-F651-617086CD17F8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335" name="그림 5334">
                <a:extLst>
                  <a:ext uri="{FF2B5EF4-FFF2-40B4-BE49-F238E27FC236}">
                    <a16:creationId xmlns:a16="http://schemas.microsoft.com/office/drawing/2014/main" id="{E8D09ED7-4C82-CD09-5154-6960ACA7CF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36" name="그림 5335">
                <a:extLst>
                  <a:ext uri="{FF2B5EF4-FFF2-40B4-BE49-F238E27FC236}">
                    <a16:creationId xmlns:a16="http://schemas.microsoft.com/office/drawing/2014/main" id="{7D78F6F8-884E-0817-873C-E053026D9F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37" name="그림 5336">
                <a:extLst>
                  <a:ext uri="{FF2B5EF4-FFF2-40B4-BE49-F238E27FC236}">
                    <a16:creationId xmlns:a16="http://schemas.microsoft.com/office/drawing/2014/main" id="{0DEA86D8-6B41-057E-084D-42B446D5A2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38" name="그림 5337">
                <a:extLst>
                  <a:ext uri="{FF2B5EF4-FFF2-40B4-BE49-F238E27FC236}">
                    <a16:creationId xmlns:a16="http://schemas.microsoft.com/office/drawing/2014/main" id="{2C78B883-80B9-9929-4839-A8626F6A77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39" name="그림 5338">
                <a:extLst>
                  <a:ext uri="{FF2B5EF4-FFF2-40B4-BE49-F238E27FC236}">
                    <a16:creationId xmlns:a16="http://schemas.microsoft.com/office/drawing/2014/main" id="{FB099CA8-AEA5-9C9B-D106-5E615FF6A9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40" name="그림 5339">
                <a:extLst>
                  <a:ext uri="{FF2B5EF4-FFF2-40B4-BE49-F238E27FC236}">
                    <a16:creationId xmlns:a16="http://schemas.microsoft.com/office/drawing/2014/main" id="{419F16A1-AA83-9032-C2BA-87B9749AB6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311" name="TextBox 5310">
              <a:extLst>
                <a:ext uri="{FF2B5EF4-FFF2-40B4-BE49-F238E27FC236}">
                  <a16:creationId xmlns:a16="http://schemas.microsoft.com/office/drawing/2014/main" id="{6D1333E9-5441-F66B-931B-85E80C49D427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12" name="TextBox 5311">
              <a:extLst>
                <a:ext uri="{FF2B5EF4-FFF2-40B4-BE49-F238E27FC236}">
                  <a16:creationId xmlns:a16="http://schemas.microsoft.com/office/drawing/2014/main" id="{2A70EC82-FC03-EB07-8641-B07195DD391B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3" name="TextBox 5312">
              <a:extLst>
                <a:ext uri="{FF2B5EF4-FFF2-40B4-BE49-F238E27FC236}">
                  <a16:creationId xmlns:a16="http://schemas.microsoft.com/office/drawing/2014/main" id="{6EF93492-981B-87ED-0C07-F752877F890C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4" name="TextBox 5313">
              <a:extLst>
                <a:ext uri="{FF2B5EF4-FFF2-40B4-BE49-F238E27FC236}">
                  <a16:creationId xmlns:a16="http://schemas.microsoft.com/office/drawing/2014/main" id="{9F3802F8-6C1B-01C3-D4AF-6757FC5E7453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5" name="TextBox 5314">
              <a:extLst>
                <a:ext uri="{FF2B5EF4-FFF2-40B4-BE49-F238E27FC236}">
                  <a16:creationId xmlns:a16="http://schemas.microsoft.com/office/drawing/2014/main" id="{9C344FAC-3E69-46A5-8C2A-1069E4C23870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6" name="TextBox 5315">
              <a:extLst>
                <a:ext uri="{FF2B5EF4-FFF2-40B4-BE49-F238E27FC236}">
                  <a16:creationId xmlns:a16="http://schemas.microsoft.com/office/drawing/2014/main" id="{01949C3F-ACBB-1693-BAA3-86C615629F32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7" name="TextBox 5316">
              <a:extLst>
                <a:ext uri="{FF2B5EF4-FFF2-40B4-BE49-F238E27FC236}">
                  <a16:creationId xmlns:a16="http://schemas.microsoft.com/office/drawing/2014/main" id="{D7B435CA-5558-BA4D-B859-8C9999B1BB26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8" name="TextBox 5317">
              <a:extLst>
                <a:ext uri="{FF2B5EF4-FFF2-40B4-BE49-F238E27FC236}">
                  <a16:creationId xmlns:a16="http://schemas.microsoft.com/office/drawing/2014/main" id="{391375BA-42BC-4A8E-9F12-F5AE0A2DB079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19" name="TextBox 5318">
              <a:extLst>
                <a:ext uri="{FF2B5EF4-FFF2-40B4-BE49-F238E27FC236}">
                  <a16:creationId xmlns:a16="http://schemas.microsoft.com/office/drawing/2014/main" id="{C8FDD6B2-A21A-FA91-2D39-FAD4CDE8935B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20" name="TextBox 5319">
              <a:extLst>
                <a:ext uri="{FF2B5EF4-FFF2-40B4-BE49-F238E27FC236}">
                  <a16:creationId xmlns:a16="http://schemas.microsoft.com/office/drawing/2014/main" id="{EABCB7BA-3B04-FF7D-D6D8-6A5B0FD0974C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21" name="TextBox 5320">
              <a:extLst>
                <a:ext uri="{FF2B5EF4-FFF2-40B4-BE49-F238E27FC236}">
                  <a16:creationId xmlns:a16="http://schemas.microsoft.com/office/drawing/2014/main" id="{990C8308-6B71-EDD8-42D1-5CBB3AB8A037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22" name="TextBox 5321">
              <a:extLst>
                <a:ext uri="{FF2B5EF4-FFF2-40B4-BE49-F238E27FC236}">
                  <a16:creationId xmlns:a16="http://schemas.microsoft.com/office/drawing/2014/main" id="{37AB7B29-DE54-42E7-6557-5BADF0DBFE2B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23" name="TextBox 5322">
              <a:extLst>
                <a:ext uri="{FF2B5EF4-FFF2-40B4-BE49-F238E27FC236}">
                  <a16:creationId xmlns:a16="http://schemas.microsoft.com/office/drawing/2014/main" id="{4FE97113-6928-2D46-B16C-2947CBA5F117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324" name="직선 연결선 5323">
              <a:extLst>
                <a:ext uri="{FF2B5EF4-FFF2-40B4-BE49-F238E27FC236}">
                  <a16:creationId xmlns:a16="http://schemas.microsoft.com/office/drawing/2014/main" id="{7BA5CF22-2662-3C76-01A3-F8F7AEC70725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5" name="직선 연결선 5324">
              <a:extLst>
                <a:ext uri="{FF2B5EF4-FFF2-40B4-BE49-F238E27FC236}">
                  <a16:creationId xmlns:a16="http://schemas.microsoft.com/office/drawing/2014/main" id="{D6EFC4EE-029F-5F4C-EE03-DC297F08331A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26" name="그래픽 5325" descr="벨소리 단색으로 채워진">
              <a:extLst>
                <a:ext uri="{FF2B5EF4-FFF2-40B4-BE49-F238E27FC236}">
                  <a16:creationId xmlns:a16="http://schemas.microsoft.com/office/drawing/2014/main" id="{62919EB2-8BE6-A4ED-81B9-9831CD8256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327" name="직선 연결선 5326">
              <a:extLst>
                <a:ext uri="{FF2B5EF4-FFF2-40B4-BE49-F238E27FC236}">
                  <a16:creationId xmlns:a16="http://schemas.microsoft.com/office/drawing/2014/main" id="{D9CA9573-48D9-2F5A-D252-16FCF00437D5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28" name="TextBox 5327">
              <a:extLst>
                <a:ext uri="{FF2B5EF4-FFF2-40B4-BE49-F238E27FC236}">
                  <a16:creationId xmlns:a16="http://schemas.microsoft.com/office/drawing/2014/main" id="{4EF4D02F-5173-6FFC-6C40-A9772D0A516A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329" name="그룹 5328">
              <a:extLst>
                <a:ext uri="{FF2B5EF4-FFF2-40B4-BE49-F238E27FC236}">
                  <a16:creationId xmlns:a16="http://schemas.microsoft.com/office/drawing/2014/main" id="{907E7A83-87F7-47EF-6D31-B85CBBBC5715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333" name="그림 5332">
                <a:extLst>
                  <a:ext uri="{FF2B5EF4-FFF2-40B4-BE49-F238E27FC236}">
                    <a16:creationId xmlns:a16="http://schemas.microsoft.com/office/drawing/2014/main" id="{6680006E-5058-2265-BF6A-A96A86B4CE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334" name="그림 5333">
                <a:extLst>
                  <a:ext uri="{FF2B5EF4-FFF2-40B4-BE49-F238E27FC236}">
                    <a16:creationId xmlns:a16="http://schemas.microsoft.com/office/drawing/2014/main" id="{CAF7275F-2F1F-EDE1-10D6-CC4FA07859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330" name="직사각형 5329">
              <a:extLst>
                <a:ext uri="{FF2B5EF4-FFF2-40B4-BE49-F238E27FC236}">
                  <a16:creationId xmlns:a16="http://schemas.microsoft.com/office/drawing/2014/main" id="{A2C3969A-9D88-CA2E-D038-AB53A6D45623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31" name="TextBox 5330">
              <a:extLst>
                <a:ext uri="{FF2B5EF4-FFF2-40B4-BE49-F238E27FC236}">
                  <a16:creationId xmlns:a16="http://schemas.microsoft.com/office/drawing/2014/main" id="{F6F74B93-482A-3C91-7604-D75F5E806D58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332" name="직사각형 5331">
              <a:extLst>
                <a:ext uri="{FF2B5EF4-FFF2-40B4-BE49-F238E27FC236}">
                  <a16:creationId xmlns:a16="http://schemas.microsoft.com/office/drawing/2014/main" id="{FFA838BB-9D3A-5D2F-46C3-A39D15760494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41" name="그룹 5340">
            <a:extLst>
              <a:ext uri="{FF2B5EF4-FFF2-40B4-BE49-F238E27FC236}">
                <a16:creationId xmlns:a16="http://schemas.microsoft.com/office/drawing/2014/main" id="{20D4C4B2-DABA-DE13-5AFD-108027C28431}"/>
              </a:ext>
            </a:extLst>
          </p:cNvPr>
          <p:cNvGrpSpPr/>
          <p:nvPr userDrawn="1"/>
        </p:nvGrpSpPr>
        <p:grpSpPr>
          <a:xfrm>
            <a:off x="7302823" y="965016"/>
            <a:ext cx="2411573" cy="1462152"/>
            <a:chOff x="64655" y="965016"/>
            <a:chExt cx="2410383" cy="1462152"/>
          </a:xfrm>
        </p:grpSpPr>
        <p:sp>
          <p:nvSpPr>
            <p:cNvPr id="5342" name="사각형: 둥근 모서리 5341">
              <a:extLst>
                <a:ext uri="{FF2B5EF4-FFF2-40B4-BE49-F238E27FC236}">
                  <a16:creationId xmlns:a16="http://schemas.microsoft.com/office/drawing/2014/main" id="{C4E4CE4C-F438-48A4-8624-157967F2575A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43" name="TextBox 5342">
              <a:extLst>
                <a:ext uri="{FF2B5EF4-FFF2-40B4-BE49-F238E27FC236}">
                  <a16:creationId xmlns:a16="http://schemas.microsoft.com/office/drawing/2014/main" id="{A8D878C5-884C-458B-2504-913A0E1CEE4F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07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44" name="TextBox 5343">
              <a:extLst>
                <a:ext uri="{FF2B5EF4-FFF2-40B4-BE49-F238E27FC236}">
                  <a16:creationId xmlns:a16="http://schemas.microsoft.com/office/drawing/2014/main" id="{D2C0BE2E-45F3-D11E-3A29-908BF9D01058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345" name="직선 연결선 5344">
              <a:extLst>
                <a:ext uri="{FF2B5EF4-FFF2-40B4-BE49-F238E27FC236}">
                  <a16:creationId xmlns:a16="http://schemas.microsoft.com/office/drawing/2014/main" id="{AFEFE1B3-21B7-2316-DE48-934193967FE0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46" name="그룹 5345">
              <a:extLst>
                <a:ext uri="{FF2B5EF4-FFF2-40B4-BE49-F238E27FC236}">
                  <a16:creationId xmlns:a16="http://schemas.microsoft.com/office/drawing/2014/main" id="{587B2960-7834-4CCD-7950-199AAAF6A534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371" name="그림 5370">
                <a:extLst>
                  <a:ext uri="{FF2B5EF4-FFF2-40B4-BE49-F238E27FC236}">
                    <a16:creationId xmlns:a16="http://schemas.microsoft.com/office/drawing/2014/main" id="{EBADFB5E-0B55-E885-888A-25A1403F27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2" name="그림 5371">
                <a:extLst>
                  <a:ext uri="{FF2B5EF4-FFF2-40B4-BE49-F238E27FC236}">
                    <a16:creationId xmlns:a16="http://schemas.microsoft.com/office/drawing/2014/main" id="{C47C5434-8098-AF5D-7F8F-65E91C3AA5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3" name="그림 5372">
                <a:extLst>
                  <a:ext uri="{FF2B5EF4-FFF2-40B4-BE49-F238E27FC236}">
                    <a16:creationId xmlns:a16="http://schemas.microsoft.com/office/drawing/2014/main" id="{91918EBF-2B89-BF15-828E-65B74A48AD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4" name="그림 5373">
                <a:extLst>
                  <a:ext uri="{FF2B5EF4-FFF2-40B4-BE49-F238E27FC236}">
                    <a16:creationId xmlns:a16="http://schemas.microsoft.com/office/drawing/2014/main" id="{44F0C592-3F3C-618F-1B11-085D6D83C5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5" name="그림 5374">
                <a:extLst>
                  <a:ext uri="{FF2B5EF4-FFF2-40B4-BE49-F238E27FC236}">
                    <a16:creationId xmlns:a16="http://schemas.microsoft.com/office/drawing/2014/main" id="{41C239B4-2D87-EBAF-60A5-962312E995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376" name="그림 5375">
                <a:extLst>
                  <a:ext uri="{FF2B5EF4-FFF2-40B4-BE49-F238E27FC236}">
                    <a16:creationId xmlns:a16="http://schemas.microsoft.com/office/drawing/2014/main" id="{630825DF-694D-93FB-2E8B-88FE62DBF2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347" name="TextBox 5346">
              <a:extLst>
                <a:ext uri="{FF2B5EF4-FFF2-40B4-BE49-F238E27FC236}">
                  <a16:creationId xmlns:a16="http://schemas.microsoft.com/office/drawing/2014/main" id="{83BE77ED-6B3C-785D-BB57-420E7940084D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48" name="TextBox 5347">
              <a:extLst>
                <a:ext uri="{FF2B5EF4-FFF2-40B4-BE49-F238E27FC236}">
                  <a16:creationId xmlns:a16="http://schemas.microsoft.com/office/drawing/2014/main" id="{80E2410F-8B63-B45F-0EED-BEA0C2C6E956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49" name="TextBox 5348">
              <a:extLst>
                <a:ext uri="{FF2B5EF4-FFF2-40B4-BE49-F238E27FC236}">
                  <a16:creationId xmlns:a16="http://schemas.microsoft.com/office/drawing/2014/main" id="{C20C0974-9A17-007A-A5FF-D879D0249C0E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0" name="TextBox 5349">
              <a:extLst>
                <a:ext uri="{FF2B5EF4-FFF2-40B4-BE49-F238E27FC236}">
                  <a16:creationId xmlns:a16="http://schemas.microsoft.com/office/drawing/2014/main" id="{5FFF4A65-B1FB-9081-6B79-1090647E8852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1" name="TextBox 5350">
              <a:extLst>
                <a:ext uri="{FF2B5EF4-FFF2-40B4-BE49-F238E27FC236}">
                  <a16:creationId xmlns:a16="http://schemas.microsoft.com/office/drawing/2014/main" id="{54BA1266-0A2B-C334-7EE5-CAEC33590BD1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2" name="TextBox 5351">
              <a:extLst>
                <a:ext uri="{FF2B5EF4-FFF2-40B4-BE49-F238E27FC236}">
                  <a16:creationId xmlns:a16="http://schemas.microsoft.com/office/drawing/2014/main" id="{4EF3A50E-A297-C101-E54D-4875A486CF6F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3" name="TextBox 5352">
              <a:extLst>
                <a:ext uri="{FF2B5EF4-FFF2-40B4-BE49-F238E27FC236}">
                  <a16:creationId xmlns:a16="http://schemas.microsoft.com/office/drawing/2014/main" id="{76347563-6FB2-5D36-0594-01B1CA402976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4" name="TextBox 5353">
              <a:extLst>
                <a:ext uri="{FF2B5EF4-FFF2-40B4-BE49-F238E27FC236}">
                  <a16:creationId xmlns:a16="http://schemas.microsoft.com/office/drawing/2014/main" id="{6BC8FA81-DB76-9333-F869-5EA231DA5E64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5" name="TextBox 5354">
              <a:extLst>
                <a:ext uri="{FF2B5EF4-FFF2-40B4-BE49-F238E27FC236}">
                  <a16:creationId xmlns:a16="http://schemas.microsoft.com/office/drawing/2014/main" id="{0017BFCC-A7E5-415A-74A1-B14EA7C7D309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6" name="TextBox 5355">
              <a:extLst>
                <a:ext uri="{FF2B5EF4-FFF2-40B4-BE49-F238E27FC236}">
                  <a16:creationId xmlns:a16="http://schemas.microsoft.com/office/drawing/2014/main" id="{2AD8A28A-8970-6816-1051-2A09DFDA3DAB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7" name="TextBox 5356">
              <a:extLst>
                <a:ext uri="{FF2B5EF4-FFF2-40B4-BE49-F238E27FC236}">
                  <a16:creationId xmlns:a16="http://schemas.microsoft.com/office/drawing/2014/main" id="{79B03D50-5656-8595-8CA0-E9BEB2ED72BC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8" name="TextBox 5357">
              <a:extLst>
                <a:ext uri="{FF2B5EF4-FFF2-40B4-BE49-F238E27FC236}">
                  <a16:creationId xmlns:a16="http://schemas.microsoft.com/office/drawing/2014/main" id="{77B0E9AF-F3C3-C11E-CC1F-4180BE40E610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59" name="TextBox 5358">
              <a:extLst>
                <a:ext uri="{FF2B5EF4-FFF2-40B4-BE49-F238E27FC236}">
                  <a16:creationId xmlns:a16="http://schemas.microsoft.com/office/drawing/2014/main" id="{D2BDA367-53E7-F228-DBDA-4AE7D3AFE3ED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360" name="직선 연결선 5359">
              <a:extLst>
                <a:ext uri="{FF2B5EF4-FFF2-40B4-BE49-F238E27FC236}">
                  <a16:creationId xmlns:a16="http://schemas.microsoft.com/office/drawing/2014/main" id="{122DA7F1-9B7F-4399-9E4A-2FE77B001078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1" name="직선 연결선 5360">
              <a:extLst>
                <a:ext uri="{FF2B5EF4-FFF2-40B4-BE49-F238E27FC236}">
                  <a16:creationId xmlns:a16="http://schemas.microsoft.com/office/drawing/2014/main" id="{85563193-E853-8F26-8DE6-C21050256923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62" name="그래픽 5361" descr="벨소리 단색으로 채워진">
              <a:extLst>
                <a:ext uri="{FF2B5EF4-FFF2-40B4-BE49-F238E27FC236}">
                  <a16:creationId xmlns:a16="http://schemas.microsoft.com/office/drawing/2014/main" id="{2AB9DECF-93BE-74B7-84EE-6F3FCB671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363" name="직선 연결선 5362">
              <a:extLst>
                <a:ext uri="{FF2B5EF4-FFF2-40B4-BE49-F238E27FC236}">
                  <a16:creationId xmlns:a16="http://schemas.microsoft.com/office/drawing/2014/main" id="{009BC4B6-5B2E-9704-B60C-D3C591550F57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64" name="TextBox 5363">
              <a:extLst>
                <a:ext uri="{FF2B5EF4-FFF2-40B4-BE49-F238E27FC236}">
                  <a16:creationId xmlns:a16="http://schemas.microsoft.com/office/drawing/2014/main" id="{9AABC529-CD56-E379-808D-32801445797B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365" name="그룹 5364">
              <a:extLst>
                <a:ext uri="{FF2B5EF4-FFF2-40B4-BE49-F238E27FC236}">
                  <a16:creationId xmlns:a16="http://schemas.microsoft.com/office/drawing/2014/main" id="{C766FEEF-E5B3-F773-5510-13391D699F2A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369" name="그림 5368">
                <a:extLst>
                  <a:ext uri="{FF2B5EF4-FFF2-40B4-BE49-F238E27FC236}">
                    <a16:creationId xmlns:a16="http://schemas.microsoft.com/office/drawing/2014/main" id="{A761A251-BAD0-37C2-5DC6-A04C7A402C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370" name="그림 5369">
                <a:extLst>
                  <a:ext uri="{FF2B5EF4-FFF2-40B4-BE49-F238E27FC236}">
                    <a16:creationId xmlns:a16="http://schemas.microsoft.com/office/drawing/2014/main" id="{F6E8CB7B-A55F-4F87-B2F2-65ECACBECF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366" name="직사각형 5365">
              <a:extLst>
                <a:ext uri="{FF2B5EF4-FFF2-40B4-BE49-F238E27FC236}">
                  <a16:creationId xmlns:a16="http://schemas.microsoft.com/office/drawing/2014/main" id="{0971029D-2A89-3047-B865-32892FEE2D53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67" name="TextBox 5366">
              <a:extLst>
                <a:ext uri="{FF2B5EF4-FFF2-40B4-BE49-F238E27FC236}">
                  <a16:creationId xmlns:a16="http://schemas.microsoft.com/office/drawing/2014/main" id="{A1D719AA-AF66-3011-F430-5F751411BAFC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368" name="직사각형 5367">
              <a:extLst>
                <a:ext uri="{FF2B5EF4-FFF2-40B4-BE49-F238E27FC236}">
                  <a16:creationId xmlns:a16="http://schemas.microsoft.com/office/drawing/2014/main" id="{CD0BD82D-459F-5684-2269-56A0BA5E89D2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77" name="그룹 5376">
            <a:extLst>
              <a:ext uri="{FF2B5EF4-FFF2-40B4-BE49-F238E27FC236}">
                <a16:creationId xmlns:a16="http://schemas.microsoft.com/office/drawing/2014/main" id="{6F49907B-F98D-38E5-8626-2E67217C99D8}"/>
              </a:ext>
            </a:extLst>
          </p:cNvPr>
          <p:cNvGrpSpPr/>
          <p:nvPr userDrawn="1"/>
        </p:nvGrpSpPr>
        <p:grpSpPr>
          <a:xfrm>
            <a:off x="64655" y="2426597"/>
            <a:ext cx="2411573" cy="1462152"/>
            <a:chOff x="64655" y="965016"/>
            <a:chExt cx="2410383" cy="1462152"/>
          </a:xfrm>
        </p:grpSpPr>
        <p:sp>
          <p:nvSpPr>
            <p:cNvPr id="5378" name="사각형: 둥근 모서리 5377">
              <a:extLst>
                <a:ext uri="{FF2B5EF4-FFF2-40B4-BE49-F238E27FC236}">
                  <a16:creationId xmlns:a16="http://schemas.microsoft.com/office/drawing/2014/main" id="{656175A8-B672-DD61-6281-B524D2CECCD3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379" name="TextBox 5378">
              <a:extLst>
                <a:ext uri="{FF2B5EF4-FFF2-40B4-BE49-F238E27FC236}">
                  <a16:creationId xmlns:a16="http://schemas.microsoft.com/office/drawing/2014/main" id="{1A233361-3289-8289-DF16-ACC1051AF55E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02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80" name="TextBox 5379">
              <a:extLst>
                <a:ext uri="{FF2B5EF4-FFF2-40B4-BE49-F238E27FC236}">
                  <a16:creationId xmlns:a16="http://schemas.microsoft.com/office/drawing/2014/main" id="{91CEB7A2-C762-EFA6-F82D-289DC2EA9AE8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381" name="직선 연결선 5380">
              <a:extLst>
                <a:ext uri="{FF2B5EF4-FFF2-40B4-BE49-F238E27FC236}">
                  <a16:creationId xmlns:a16="http://schemas.microsoft.com/office/drawing/2014/main" id="{52BDEF66-B360-F6FB-5173-F713FC93F5E6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82" name="그룹 5381">
              <a:extLst>
                <a:ext uri="{FF2B5EF4-FFF2-40B4-BE49-F238E27FC236}">
                  <a16:creationId xmlns:a16="http://schemas.microsoft.com/office/drawing/2014/main" id="{9146A91D-39C8-4EF1-7B55-264859F152BE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407" name="그림 5406">
                <a:extLst>
                  <a:ext uri="{FF2B5EF4-FFF2-40B4-BE49-F238E27FC236}">
                    <a16:creationId xmlns:a16="http://schemas.microsoft.com/office/drawing/2014/main" id="{9BD1012E-5F71-7CE9-012D-6712F53497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08" name="그림 5407">
                <a:extLst>
                  <a:ext uri="{FF2B5EF4-FFF2-40B4-BE49-F238E27FC236}">
                    <a16:creationId xmlns:a16="http://schemas.microsoft.com/office/drawing/2014/main" id="{002D072C-57E7-6878-2A8B-E1B8888303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09" name="그림 5408">
                <a:extLst>
                  <a:ext uri="{FF2B5EF4-FFF2-40B4-BE49-F238E27FC236}">
                    <a16:creationId xmlns:a16="http://schemas.microsoft.com/office/drawing/2014/main" id="{F98FFEA4-0D36-5748-0334-C551FB9AED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10" name="그림 5409">
                <a:extLst>
                  <a:ext uri="{FF2B5EF4-FFF2-40B4-BE49-F238E27FC236}">
                    <a16:creationId xmlns:a16="http://schemas.microsoft.com/office/drawing/2014/main" id="{C6FC68B6-C688-ACBC-1C75-16E94BCADD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11" name="그림 5410">
                <a:extLst>
                  <a:ext uri="{FF2B5EF4-FFF2-40B4-BE49-F238E27FC236}">
                    <a16:creationId xmlns:a16="http://schemas.microsoft.com/office/drawing/2014/main" id="{30FD6705-C7FB-C0C6-CDF2-88B3D58D53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12" name="그림 5411">
                <a:extLst>
                  <a:ext uri="{FF2B5EF4-FFF2-40B4-BE49-F238E27FC236}">
                    <a16:creationId xmlns:a16="http://schemas.microsoft.com/office/drawing/2014/main" id="{CEFADC7A-E6B1-FFA4-E7B9-646A98E73D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383" name="TextBox 5382">
              <a:extLst>
                <a:ext uri="{FF2B5EF4-FFF2-40B4-BE49-F238E27FC236}">
                  <a16:creationId xmlns:a16="http://schemas.microsoft.com/office/drawing/2014/main" id="{5050C893-7078-B242-9DA9-F988DC26C126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384" name="TextBox 5383">
              <a:extLst>
                <a:ext uri="{FF2B5EF4-FFF2-40B4-BE49-F238E27FC236}">
                  <a16:creationId xmlns:a16="http://schemas.microsoft.com/office/drawing/2014/main" id="{3BEA44D1-C43B-17DD-A718-BC2C469EEDE6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5" name="TextBox 5384">
              <a:extLst>
                <a:ext uri="{FF2B5EF4-FFF2-40B4-BE49-F238E27FC236}">
                  <a16:creationId xmlns:a16="http://schemas.microsoft.com/office/drawing/2014/main" id="{1EA3900D-08FE-6D30-BDC6-B3E335058ED4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6" name="TextBox 5385">
              <a:extLst>
                <a:ext uri="{FF2B5EF4-FFF2-40B4-BE49-F238E27FC236}">
                  <a16:creationId xmlns:a16="http://schemas.microsoft.com/office/drawing/2014/main" id="{F49AEC70-02EB-3153-5F14-8E0B03C3E660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7" name="TextBox 5386">
              <a:extLst>
                <a:ext uri="{FF2B5EF4-FFF2-40B4-BE49-F238E27FC236}">
                  <a16:creationId xmlns:a16="http://schemas.microsoft.com/office/drawing/2014/main" id="{B1A2E2B3-BE23-30BD-0BAB-3428231C87F6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8" name="TextBox 5387">
              <a:extLst>
                <a:ext uri="{FF2B5EF4-FFF2-40B4-BE49-F238E27FC236}">
                  <a16:creationId xmlns:a16="http://schemas.microsoft.com/office/drawing/2014/main" id="{22B65DEF-EA75-9328-CD4D-B8CD7AF9210C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89" name="TextBox 5388">
              <a:extLst>
                <a:ext uri="{FF2B5EF4-FFF2-40B4-BE49-F238E27FC236}">
                  <a16:creationId xmlns:a16="http://schemas.microsoft.com/office/drawing/2014/main" id="{F55B5573-4672-3D86-13FD-22B82C4CDB45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0" name="TextBox 5389">
              <a:extLst>
                <a:ext uri="{FF2B5EF4-FFF2-40B4-BE49-F238E27FC236}">
                  <a16:creationId xmlns:a16="http://schemas.microsoft.com/office/drawing/2014/main" id="{234BBC0B-6C3C-0630-1BAC-19F3C31F1DF1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1" name="TextBox 5390">
              <a:extLst>
                <a:ext uri="{FF2B5EF4-FFF2-40B4-BE49-F238E27FC236}">
                  <a16:creationId xmlns:a16="http://schemas.microsoft.com/office/drawing/2014/main" id="{D79638C9-3BB5-706E-F70D-42C81941B0B7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2" name="TextBox 5391">
              <a:extLst>
                <a:ext uri="{FF2B5EF4-FFF2-40B4-BE49-F238E27FC236}">
                  <a16:creationId xmlns:a16="http://schemas.microsoft.com/office/drawing/2014/main" id="{E9EDD8B1-84CF-6455-AF0B-95596E90AEB3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3" name="TextBox 5392">
              <a:extLst>
                <a:ext uri="{FF2B5EF4-FFF2-40B4-BE49-F238E27FC236}">
                  <a16:creationId xmlns:a16="http://schemas.microsoft.com/office/drawing/2014/main" id="{A7E3B72A-9AF1-17A7-D246-839F86DE5F5E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4" name="TextBox 5393">
              <a:extLst>
                <a:ext uri="{FF2B5EF4-FFF2-40B4-BE49-F238E27FC236}">
                  <a16:creationId xmlns:a16="http://schemas.microsoft.com/office/drawing/2014/main" id="{26CE7BB3-8E5B-E153-9A4F-8864A54A1E91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395" name="TextBox 5394">
              <a:extLst>
                <a:ext uri="{FF2B5EF4-FFF2-40B4-BE49-F238E27FC236}">
                  <a16:creationId xmlns:a16="http://schemas.microsoft.com/office/drawing/2014/main" id="{CB18A584-5817-F72E-3B54-CD4A9CACA398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396" name="직선 연결선 5395">
              <a:extLst>
                <a:ext uri="{FF2B5EF4-FFF2-40B4-BE49-F238E27FC236}">
                  <a16:creationId xmlns:a16="http://schemas.microsoft.com/office/drawing/2014/main" id="{FF8154EA-F602-EF6F-7C4B-406493E9DADA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7" name="직선 연결선 5396">
              <a:extLst>
                <a:ext uri="{FF2B5EF4-FFF2-40B4-BE49-F238E27FC236}">
                  <a16:creationId xmlns:a16="http://schemas.microsoft.com/office/drawing/2014/main" id="{6628A900-7ED6-87CA-0A91-6C7DD14CC47A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398" name="그래픽 5397" descr="벨소리 단색으로 채워진">
              <a:extLst>
                <a:ext uri="{FF2B5EF4-FFF2-40B4-BE49-F238E27FC236}">
                  <a16:creationId xmlns:a16="http://schemas.microsoft.com/office/drawing/2014/main" id="{30A89B5E-AA1A-7867-9274-0AA49E87A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399" name="직선 연결선 5398">
              <a:extLst>
                <a:ext uri="{FF2B5EF4-FFF2-40B4-BE49-F238E27FC236}">
                  <a16:creationId xmlns:a16="http://schemas.microsoft.com/office/drawing/2014/main" id="{16320308-5C5C-94AC-D3EC-C04F3B8DF4DA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00" name="TextBox 5399">
              <a:extLst>
                <a:ext uri="{FF2B5EF4-FFF2-40B4-BE49-F238E27FC236}">
                  <a16:creationId xmlns:a16="http://schemas.microsoft.com/office/drawing/2014/main" id="{F6BE0FAA-5382-5828-4CD8-7FFAF00EADD0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401" name="그룹 5400">
              <a:extLst>
                <a:ext uri="{FF2B5EF4-FFF2-40B4-BE49-F238E27FC236}">
                  <a16:creationId xmlns:a16="http://schemas.microsoft.com/office/drawing/2014/main" id="{0E45253A-A3F5-1DD2-A431-AAC8846CB495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405" name="그림 5404">
                <a:extLst>
                  <a:ext uri="{FF2B5EF4-FFF2-40B4-BE49-F238E27FC236}">
                    <a16:creationId xmlns:a16="http://schemas.microsoft.com/office/drawing/2014/main" id="{1DE817E9-4E41-8598-929C-7385A595E8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406" name="그림 5405">
                <a:extLst>
                  <a:ext uri="{FF2B5EF4-FFF2-40B4-BE49-F238E27FC236}">
                    <a16:creationId xmlns:a16="http://schemas.microsoft.com/office/drawing/2014/main" id="{D512CFE7-BB29-E629-3421-BB3A869C09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402" name="직사각형 5401">
              <a:extLst>
                <a:ext uri="{FF2B5EF4-FFF2-40B4-BE49-F238E27FC236}">
                  <a16:creationId xmlns:a16="http://schemas.microsoft.com/office/drawing/2014/main" id="{B622F595-C82B-A935-5502-61CE8335ABEF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03" name="TextBox 5402">
              <a:extLst>
                <a:ext uri="{FF2B5EF4-FFF2-40B4-BE49-F238E27FC236}">
                  <a16:creationId xmlns:a16="http://schemas.microsoft.com/office/drawing/2014/main" id="{21B7965D-BDBC-D8F6-6A7D-B3C65EC75BE0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404" name="직사각형 5403">
              <a:extLst>
                <a:ext uri="{FF2B5EF4-FFF2-40B4-BE49-F238E27FC236}">
                  <a16:creationId xmlns:a16="http://schemas.microsoft.com/office/drawing/2014/main" id="{59485EC1-17D8-1BE7-9C22-BE55EC6CFD2C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13" name="그룹 5412">
            <a:extLst>
              <a:ext uri="{FF2B5EF4-FFF2-40B4-BE49-F238E27FC236}">
                <a16:creationId xmlns:a16="http://schemas.microsoft.com/office/drawing/2014/main" id="{B9855843-225A-82FD-C3FB-BE735D0C649B}"/>
              </a:ext>
            </a:extLst>
          </p:cNvPr>
          <p:cNvGrpSpPr/>
          <p:nvPr userDrawn="1"/>
        </p:nvGrpSpPr>
        <p:grpSpPr>
          <a:xfrm>
            <a:off x="2478794" y="2426597"/>
            <a:ext cx="2411573" cy="1462152"/>
            <a:chOff x="64655" y="965016"/>
            <a:chExt cx="2410383" cy="1462152"/>
          </a:xfrm>
        </p:grpSpPr>
        <p:sp>
          <p:nvSpPr>
            <p:cNvPr id="5414" name="사각형: 둥근 모서리 5413">
              <a:extLst>
                <a:ext uri="{FF2B5EF4-FFF2-40B4-BE49-F238E27FC236}">
                  <a16:creationId xmlns:a16="http://schemas.microsoft.com/office/drawing/2014/main" id="{EBE6410C-6EBB-4DA1-6208-71D262A1E3A0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15" name="TextBox 5414">
              <a:extLst>
                <a:ext uri="{FF2B5EF4-FFF2-40B4-BE49-F238E27FC236}">
                  <a16:creationId xmlns:a16="http://schemas.microsoft.com/office/drawing/2014/main" id="{08EBB2A8-BD06-F79E-EEFA-0BA2F9F4D112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04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16" name="TextBox 5415">
              <a:extLst>
                <a:ext uri="{FF2B5EF4-FFF2-40B4-BE49-F238E27FC236}">
                  <a16:creationId xmlns:a16="http://schemas.microsoft.com/office/drawing/2014/main" id="{23DF9469-8805-C4E7-7685-D2737825693E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417" name="직선 연결선 5416">
              <a:extLst>
                <a:ext uri="{FF2B5EF4-FFF2-40B4-BE49-F238E27FC236}">
                  <a16:creationId xmlns:a16="http://schemas.microsoft.com/office/drawing/2014/main" id="{54960321-61CF-2E52-BBF1-910B396B2157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18" name="그룹 5417">
              <a:extLst>
                <a:ext uri="{FF2B5EF4-FFF2-40B4-BE49-F238E27FC236}">
                  <a16:creationId xmlns:a16="http://schemas.microsoft.com/office/drawing/2014/main" id="{9F9751B0-2AE3-8698-0600-E91845417BA8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443" name="그림 5442">
                <a:extLst>
                  <a:ext uri="{FF2B5EF4-FFF2-40B4-BE49-F238E27FC236}">
                    <a16:creationId xmlns:a16="http://schemas.microsoft.com/office/drawing/2014/main" id="{3B03F149-2F0F-2D95-AAB5-6F53F293FA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4" name="그림 5443">
                <a:extLst>
                  <a:ext uri="{FF2B5EF4-FFF2-40B4-BE49-F238E27FC236}">
                    <a16:creationId xmlns:a16="http://schemas.microsoft.com/office/drawing/2014/main" id="{4D6488EA-69DA-462E-9B78-FA887E1B70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5" name="그림 5444">
                <a:extLst>
                  <a:ext uri="{FF2B5EF4-FFF2-40B4-BE49-F238E27FC236}">
                    <a16:creationId xmlns:a16="http://schemas.microsoft.com/office/drawing/2014/main" id="{817D3DCF-F8F5-A907-00FB-A82B73EAA6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6" name="그림 5445">
                <a:extLst>
                  <a:ext uri="{FF2B5EF4-FFF2-40B4-BE49-F238E27FC236}">
                    <a16:creationId xmlns:a16="http://schemas.microsoft.com/office/drawing/2014/main" id="{9EA62D19-1C85-385D-F4E8-359163944A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7" name="그림 5446">
                <a:extLst>
                  <a:ext uri="{FF2B5EF4-FFF2-40B4-BE49-F238E27FC236}">
                    <a16:creationId xmlns:a16="http://schemas.microsoft.com/office/drawing/2014/main" id="{39934DD4-206B-F847-2865-1D25944608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48" name="그림 5447">
                <a:extLst>
                  <a:ext uri="{FF2B5EF4-FFF2-40B4-BE49-F238E27FC236}">
                    <a16:creationId xmlns:a16="http://schemas.microsoft.com/office/drawing/2014/main" id="{2BA8C269-57B5-A2DC-4380-F975E9A1A4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419" name="TextBox 5418">
              <a:extLst>
                <a:ext uri="{FF2B5EF4-FFF2-40B4-BE49-F238E27FC236}">
                  <a16:creationId xmlns:a16="http://schemas.microsoft.com/office/drawing/2014/main" id="{30174275-A04A-C4A0-2A2F-F4744564BFD4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20" name="TextBox 5419">
              <a:extLst>
                <a:ext uri="{FF2B5EF4-FFF2-40B4-BE49-F238E27FC236}">
                  <a16:creationId xmlns:a16="http://schemas.microsoft.com/office/drawing/2014/main" id="{B7519D50-D9B8-C5DF-DF7E-B3A4BBF7F5C9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1" name="TextBox 5420">
              <a:extLst>
                <a:ext uri="{FF2B5EF4-FFF2-40B4-BE49-F238E27FC236}">
                  <a16:creationId xmlns:a16="http://schemas.microsoft.com/office/drawing/2014/main" id="{7976EEC0-8D94-5765-D57D-0DAE24D6D973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2" name="TextBox 5421">
              <a:extLst>
                <a:ext uri="{FF2B5EF4-FFF2-40B4-BE49-F238E27FC236}">
                  <a16:creationId xmlns:a16="http://schemas.microsoft.com/office/drawing/2014/main" id="{2F68ABB4-777B-2C12-9AD3-79DFF0B05962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3" name="TextBox 5422">
              <a:extLst>
                <a:ext uri="{FF2B5EF4-FFF2-40B4-BE49-F238E27FC236}">
                  <a16:creationId xmlns:a16="http://schemas.microsoft.com/office/drawing/2014/main" id="{5698A1BB-16BC-7F9D-B6FF-FF51D9F3BD48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4" name="TextBox 5423">
              <a:extLst>
                <a:ext uri="{FF2B5EF4-FFF2-40B4-BE49-F238E27FC236}">
                  <a16:creationId xmlns:a16="http://schemas.microsoft.com/office/drawing/2014/main" id="{EB033CAC-FB0C-39CF-0DCB-D007D92EDC65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5" name="TextBox 5424">
              <a:extLst>
                <a:ext uri="{FF2B5EF4-FFF2-40B4-BE49-F238E27FC236}">
                  <a16:creationId xmlns:a16="http://schemas.microsoft.com/office/drawing/2014/main" id="{7C02B2C0-A8E5-C9E2-F057-D61A197C10A7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6" name="TextBox 5425">
              <a:extLst>
                <a:ext uri="{FF2B5EF4-FFF2-40B4-BE49-F238E27FC236}">
                  <a16:creationId xmlns:a16="http://schemas.microsoft.com/office/drawing/2014/main" id="{D98D12F9-6C4A-8828-38EF-8C132EA1B4BB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7" name="TextBox 5426">
              <a:extLst>
                <a:ext uri="{FF2B5EF4-FFF2-40B4-BE49-F238E27FC236}">
                  <a16:creationId xmlns:a16="http://schemas.microsoft.com/office/drawing/2014/main" id="{5B3D98F7-6CB2-2FA0-4E6A-78D6224515D3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8" name="TextBox 5427">
              <a:extLst>
                <a:ext uri="{FF2B5EF4-FFF2-40B4-BE49-F238E27FC236}">
                  <a16:creationId xmlns:a16="http://schemas.microsoft.com/office/drawing/2014/main" id="{AE728A74-5711-21C5-027F-765AAD8E372B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29" name="TextBox 5428">
              <a:extLst>
                <a:ext uri="{FF2B5EF4-FFF2-40B4-BE49-F238E27FC236}">
                  <a16:creationId xmlns:a16="http://schemas.microsoft.com/office/drawing/2014/main" id="{B9137ADF-5252-CE6C-9C9A-D11EDA8A328A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30" name="TextBox 5429">
              <a:extLst>
                <a:ext uri="{FF2B5EF4-FFF2-40B4-BE49-F238E27FC236}">
                  <a16:creationId xmlns:a16="http://schemas.microsoft.com/office/drawing/2014/main" id="{450A0024-B9EC-4251-0975-203AA01C6E01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31" name="TextBox 5430">
              <a:extLst>
                <a:ext uri="{FF2B5EF4-FFF2-40B4-BE49-F238E27FC236}">
                  <a16:creationId xmlns:a16="http://schemas.microsoft.com/office/drawing/2014/main" id="{B6D6ACA1-4A6E-0731-A498-9F12AC295D64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432" name="직선 연결선 5431">
              <a:extLst>
                <a:ext uri="{FF2B5EF4-FFF2-40B4-BE49-F238E27FC236}">
                  <a16:creationId xmlns:a16="http://schemas.microsoft.com/office/drawing/2014/main" id="{9887F46A-DEB4-1516-CDD4-5B1D203037F2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3" name="직선 연결선 5432">
              <a:extLst>
                <a:ext uri="{FF2B5EF4-FFF2-40B4-BE49-F238E27FC236}">
                  <a16:creationId xmlns:a16="http://schemas.microsoft.com/office/drawing/2014/main" id="{9843828D-AB77-3F12-475C-11AC5723739E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34" name="그래픽 5433" descr="벨소리 단색으로 채워진">
              <a:extLst>
                <a:ext uri="{FF2B5EF4-FFF2-40B4-BE49-F238E27FC236}">
                  <a16:creationId xmlns:a16="http://schemas.microsoft.com/office/drawing/2014/main" id="{8D3A4087-1109-952C-B71A-0B306A3262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435" name="직선 연결선 5434">
              <a:extLst>
                <a:ext uri="{FF2B5EF4-FFF2-40B4-BE49-F238E27FC236}">
                  <a16:creationId xmlns:a16="http://schemas.microsoft.com/office/drawing/2014/main" id="{C427E9B1-D64A-5B51-A11C-3A50F40473CD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36" name="TextBox 5435">
              <a:extLst>
                <a:ext uri="{FF2B5EF4-FFF2-40B4-BE49-F238E27FC236}">
                  <a16:creationId xmlns:a16="http://schemas.microsoft.com/office/drawing/2014/main" id="{A29FEE82-1763-8741-1B19-B90E781B0F12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437" name="그룹 5436">
              <a:extLst>
                <a:ext uri="{FF2B5EF4-FFF2-40B4-BE49-F238E27FC236}">
                  <a16:creationId xmlns:a16="http://schemas.microsoft.com/office/drawing/2014/main" id="{30142FD9-08FD-3E36-474E-D8D93625FBB5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441" name="그림 5440">
                <a:extLst>
                  <a:ext uri="{FF2B5EF4-FFF2-40B4-BE49-F238E27FC236}">
                    <a16:creationId xmlns:a16="http://schemas.microsoft.com/office/drawing/2014/main" id="{4E408599-6F70-2F6B-74E7-9B4A91247F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442" name="그림 5441">
                <a:extLst>
                  <a:ext uri="{FF2B5EF4-FFF2-40B4-BE49-F238E27FC236}">
                    <a16:creationId xmlns:a16="http://schemas.microsoft.com/office/drawing/2014/main" id="{6B17F798-19CD-12E7-9A67-74270C8863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438" name="직사각형 5437">
              <a:extLst>
                <a:ext uri="{FF2B5EF4-FFF2-40B4-BE49-F238E27FC236}">
                  <a16:creationId xmlns:a16="http://schemas.microsoft.com/office/drawing/2014/main" id="{2985644A-5607-DBD4-24D8-8685E2160D93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39" name="TextBox 5438">
              <a:extLst>
                <a:ext uri="{FF2B5EF4-FFF2-40B4-BE49-F238E27FC236}">
                  <a16:creationId xmlns:a16="http://schemas.microsoft.com/office/drawing/2014/main" id="{E190E6CE-F9D6-D6D0-4D30-EE6F49DAAD74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440" name="직사각형 5439">
              <a:extLst>
                <a:ext uri="{FF2B5EF4-FFF2-40B4-BE49-F238E27FC236}">
                  <a16:creationId xmlns:a16="http://schemas.microsoft.com/office/drawing/2014/main" id="{B18E7489-0197-D770-50CF-68B9826BC002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49" name="그룹 5448">
            <a:extLst>
              <a:ext uri="{FF2B5EF4-FFF2-40B4-BE49-F238E27FC236}">
                <a16:creationId xmlns:a16="http://schemas.microsoft.com/office/drawing/2014/main" id="{87EA706F-AAA9-8A53-02DE-C60266E6C8E8}"/>
              </a:ext>
            </a:extLst>
          </p:cNvPr>
          <p:cNvGrpSpPr/>
          <p:nvPr userDrawn="1"/>
        </p:nvGrpSpPr>
        <p:grpSpPr>
          <a:xfrm>
            <a:off x="4890552" y="2426597"/>
            <a:ext cx="2411573" cy="1462152"/>
            <a:chOff x="64655" y="965016"/>
            <a:chExt cx="2410383" cy="1462152"/>
          </a:xfrm>
        </p:grpSpPr>
        <p:sp>
          <p:nvSpPr>
            <p:cNvPr id="5450" name="사각형: 둥근 모서리 5449">
              <a:extLst>
                <a:ext uri="{FF2B5EF4-FFF2-40B4-BE49-F238E27FC236}">
                  <a16:creationId xmlns:a16="http://schemas.microsoft.com/office/drawing/2014/main" id="{45014DFB-681B-F4F2-C6A5-813E2BF1593C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51" name="TextBox 5450">
              <a:extLst>
                <a:ext uri="{FF2B5EF4-FFF2-40B4-BE49-F238E27FC236}">
                  <a16:creationId xmlns:a16="http://schemas.microsoft.com/office/drawing/2014/main" id="{9A65997F-7FFC-C166-07E9-E44FB473BC7A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06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52" name="TextBox 5451">
              <a:extLst>
                <a:ext uri="{FF2B5EF4-FFF2-40B4-BE49-F238E27FC236}">
                  <a16:creationId xmlns:a16="http://schemas.microsoft.com/office/drawing/2014/main" id="{25DE9679-F657-1A50-E0EF-88985B5DDA0B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453" name="직선 연결선 5452">
              <a:extLst>
                <a:ext uri="{FF2B5EF4-FFF2-40B4-BE49-F238E27FC236}">
                  <a16:creationId xmlns:a16="http://schemas.microsoft.com/office/drawing/2014/main" id="{E34A4103-D769-7BBE-CCF1-3EED740BF81A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54" name="그룹 5453">
              <a:extLst>
                <a:ext uri="{FF2B5EF4-FFF2-40B4-BE49-F238E27FC236}">
                  <a16:creationId xmlns:a16="http://schemas.microsoft.com/office/drawing/2014/main" id="{8B7FD6CA-C752-DC46-41F8-50CB063AEA78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479" name="그림 5478">
                <a:extLst>
                  <a:ext uri="{FF2B5EF4-FFF2-40B4-BE49-F238E27FC236}">
                    <a16:creationId xmlns:a16="http://schemas.microsoft.com/office/drawing/2014/main" id="{7CF70782-DF15-D537-6856-B60422771E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0" name="그림 5479">
                <a:extLst>
                  <a:ext uri="{FF2B5EF4-FFF2-40B4-BE49-F238E27FC236}">
                    <a16:creationId xmlns:a16="http://schemas.microsoft.com/office/drawing/2014/main" id="{2E306D14-2369-DAAB-4636-88E7B32E47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1" name="그림 5480">
                <a:extLst>
                  <a:ext uri="{FF2B5EF4-FFF2-40B4-BE49-F238E27FC236}">
                    <a16:creationId xmlns:a16="http://schemas.microsoft.com/office/drawing/2014/main" id="{7D4B1202-FCF6-EF3D-8B69-086DF795C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2" name="그림 5481">
                <a:extLst>
                  <a:ext uri="{FF2B5EF4-FFF2-40B4-BE49-F238E27FC236}">
                    <a16:creationId xmlns:a16="http://schemas.microsoft.com/office/drawing/2014/main" id="{DC4E05CB-1D5E-940F-FB82-49950DF1B8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3" name="그림 5482">
                <a:extLst>
                  <a:ext uri="{FF2B5EF4-FFF2-40B4-BE49-F238E27FC236}">
                    <a16:creationId xmlns:a16="http://schemas.microsoft.com/office/drawing/2014/main" id="{16E0FCEB-9DDB-7135-1CB8-2F55A4978C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484" name="그림 5483">
                <a:extLst>
                  <a:ext uri="{FF2B5EF4-FFF2-40B4-BE49-F238E27FC236}">
                    <a16:creationId xmlns:a16="http://schemas.microsoft.com/office/drawing/2014/main" id="{D54279F3-43E1-A1DF-4120-B9D8B3562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455" name="TextBox 5454">
              <a:extLst>
                <a:ext uri="{FF2B5EF4-FFF2-40B4-BE49-F238E27FC236}">
                  <a16:creationId xmlns:a16="http://schemas.microsoft.com/office/drawing/2014/main" id="{5BABFD4E-5F91-3380-612E-DC8E5AD27733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56" name="TextBox 5455">
              <a:extLst>
                <a:ext uri="{FF2B5EF4-FFF2-40B4-BE49-F238E27FC236}">
                  <a16:creationId xmlns:a16="http://schemas.microsoft.com/office/drawing/2014/main" id="{1204658C-9D33-A000-23B9-569B1CF1B402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57" name="TextBox 5456">
              <a:extLst>
                <a:ext uri="{FF2B5EF4-FFF2-40B4-BE49-F238E27FC236}">
                  <a16:creationId xmlns:a16="http://schemas.microsoft.com/office/drawing/2014/main" id="{7B626DDB-84D1-BB61-4E67-3B135A0E0668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58" name="TextBox 5457">
              <a:extLst>
                <a:ext uri="{FF2B5EF4-FFF2-40B4-BE49-F238E27FC236}">
                  <a16:creationId xmlns:a16="http://schemas.microsoft.com/office/drawing/2014/main" id="{B6038C9D-B95E-E409-77DB-20DF30CD54FF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59" name="TextBox 5458">
              <a:extLst>
                <a:ext uri="{FF2B5EF4-FFF2-40B4-BE49-F238E27FC236}">
                  <a16:creationId xmlns:a16="http://schemas.microsoft.com/office/drawing/2014/main" id="{A16D93F3-24F4-3C9D-5C45-36162054E59A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0" name="TextBox 5459">
              <a:extLst>
                <a:ext uri="{FF2B5EF4-FFF2-40B4-BE49-F238E27FC236}">
                  <a16:creationId xmlns:a16="http://schemas.microsoft.com/office/drawing/2014/main" id="{863EA6BC-4AAE-C4C7-8D6E-6FDD7C00B941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1" name="TextBox 5460">
              <a:extLst>
                <a:ext uri="{FF2B5EF4-FFF2-40B4-BE49-F238E27FC236}">
                  <a16:creationId xmlns:a16="http://schemas.microsoft.com/office/drawing/2014/main" id="{C1684BA3-25EA-AFD0-AC1E-BEC136DE193B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2" name="TextBox 5461">
              <a:extLst>
                <a:ext uri="{FF2B5EF4-FFF2-40B4-BE49-F238E27FC236}">
                  <a16:creationId xmlns:a16="http://schemas.microsoft.com/office/drawing/2014/main" id="{7248FD39-8E89-9CB4-EDDB-4E3681D35095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3" name="TextBox 5462">
              <a:extLst>
                <a:ext uri="{FF2B5EF4-FFF2-40B4-BE49-F238E27FC236}">
                  <a16:creationId xmlns:a16="http://schemas.microsoft.com/office/drawing/2014/main" id="{A5B13279-4020-47A8-ADEE-64CDDCCED143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4" name="TextBox 5463">
              <a:extLst>
                <a:ext uri="{FF2B5EF4-FFF2-40B4-BE49-F238E27FC236}">
                  <a16:creationId xmlns:a16="http://schemas.microsoft.com/office/drawing/2014/main" id="{6A1AF3F3-990D-170A-D7AC-DB8402F03431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5" name="TextBox 5464">
              <a:extLst>
                <a:ext uri="{FF2B5EF4-FFF2-40B4-BE49-F238E27FC236}">
                  <a16:creationId xmlns:a16="http://schemas.microsoft.com/office/drawing/2014/main" id="{5544460E-A9FE-4E55-292A-AD4246DA511D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6" name="TextBox 5465">
              <a:extLst>
                <a:ext uri="{FF2B5EF4-FFF2-40B4-BE49-F238E27FC236}">
                  <a16:creationId xmlns:a16="http://schemas.microsoft.com/office/drawing/2014/main" id="{84D3C3ED-33D0-5A39-8FF4-67E62F4EFC42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67" name="TextBox 5466">
              <a:extLst>
                <a:ext uri="{FF2B5EF4-FFF2-40B4-BE49-F238E27FC236}">
                  <a16:creationId xmlns:a16="http://schemas.microsoft.com/office/drawing/2014/main" id="{67E36544-69EA-706A-F061-B284421C1110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468" name="직선 연결선 5467">
              <a:extLst>
                <a:ext uri="{FF2B5EF4-FFF2-40B4-BE49-F238E27FC236}">
                  <a16:creationId xmlns:a16="http://schemas.microsoft.com/office/drawing/2014/main" id="{1A5016F5-9D7A-2EB0-E6FD-99908CB2775F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9" name="직선 연결선 5468">
              <a:extLst>
                <a:ext uri="{FF2B5EF4-FFF2-40B4-BE49-F238E27FC236}">
                  <a16:creationId xmlns:a16="http://schemas.microsoft.com/office/drawing/2014/main" id="{7D99E34A-B27B-7122-51E5-89C65B8AEDE0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470" name="그래픽 5469" descr="벨소리 단색으로 채워진">
              <a:extLst>
                <a:ext uri="{FF2B5EF4-FFF2-40B4-BE49-F238E27FC236}">
                  <a16:creationId xmlns:a16="http://schemas.microsoft.com/office/drawing/2014/main" id="{DB88784F-24E6-B415-A49A-6FC208470B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471" name="직선 연결선 5470">
              <a:extLst>
                <a:ext uri="{FF2B5EF4-FFF2-40B4-BE49-F238E27FC236}">
                  <a16:creationId xmlns:a16="http://schemas.microsoft.com/office/drawing/2014/main" id="{8BFD471E-914A-576A-DDDF-5BC04E31B962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72" name="TextBox 5471">
              <a:extLst>
                <a:ext uri="{FF2B5EF4-FFF2-40B4-BE49-F238E27FC236}">
                  <a16:creationId xmlns:a16="http://schemas.microsoft.com/office/drawing/2014/main" id="{4A1DA151-3DE4-48C4-A74E-09FDA64F3080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473" name="그룹 5472">
              <a:extLst>
                <a:ext uri="{FF2B5EF4-FFF2-40B4-BE49-F238E27FC236}">
                  <a16:creationId xmlns:a16="http://schemas.microsoft.com/office/drawing/2014/main" id="{8084758E-6770-8290-4420-2BB210A2FB89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477" name="그림 5476">
                <a:extLst>
                  <a:ext uri="{FF2B5EF4-FFF2-40B4-BE49-F238E27FC236}">
                    <a16:creationId xmlns:a16="http://schemas.microsoft.com/office/drawing/2014/main" id="{7DB0460B-2AA3-C889-B83B-1BC7FA10D7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478" name="그림 5477">
                <a:extLst>
                  <a:ext uri="{FF2B5EF4-FFF2-40B4-BE49-F238E27FC236}">
                    <a16:creationId xmlns:a16="http://schemas.microsoft.com/office/drawing/2014/main" id="{A2D16825-F823-0881-C59B-23171AB091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474" name="직사각형 5473">
              <a:extLst>
                <a:ext uri="{FF2B5EF4-FFF2-40B4-BE49-F238E27FC236}">
                  <a16:creationId xmlns:a16="http://schemas.microsoft.com/office/drawing/2014/main" id="{C9A90D81-2F62-D721-5DDC-72F54F762A0F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75" name="TextBox 5474">
              <a:extLst>
                <a:ext uri="{FF2B5EF4-FFF2-40B4-BE49-F238E27FC236}">
                  <a16:creationId xmlns:a16="http://schemas.microsoft.com/office/drawing/2014/main" id="{A2621AAC-2C8D-E812-CF6F-B333E7A8F95C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476" name="직사각형 5475">
              <a:extLst>
                <a:ext uri="{FF2B5EF4-FFF2-40B4-BE49-F238E27FC236}">
                  <a16:creationId xmlns:a16="http://schemas.microsoft.com/office/drawing/2014/main" id="{E1B71564-A003-CBB0-18D0-FAB6F2A6440B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485" name="그룹 5484">
            <a:extLst>
              <a:ext uri="{FF2B5EF4-FFF2-40B4-BE49-F238E27FC236}">
                <a16:creationId xmlns:a16="http://schemas.microsoft.com/office/drawing/2014/main" id="{128635C9-ED24-9070-6E04-77C71C5AF1D8}"/>
              </a:ext>
            </a:extLst>
          </p:cNvPr>
          <p:cNvGrpSpPr/>
          <p:nvPr userDrawn="1"/>
        </p:nvGrpSpPr>
        <p:grpSpPr>
          <a:xfrm>
            <a:off x="7302823" y="2426597"/>
            <a:ext cx="2411573" cy="1462152"/>
            <a:chOff x="64655" y="965016"/>
            <a:chExt cx="2410383" cy="1462152"/>
          </a:xfrm>
        </p:grpSpPr>
        <p:sp>
          <p:nvSpPr>
            <p:cNvPr id="5486" name="사각형: 둥근 모서리 5485">
              <a:extLst>
                <a:ext uri="{FF2B5EF4-FFF2-40B4-BE49-F238E27FC236}">
                  <a16:creationId xmlns:a16="http://schemas.microsoft.com/office/drawing/2014/main" id="{4ED56D03-441E-3416-5719-E414E5C95DA9}"/>
                </a:ext>
              </a:extLst>
            </p:cNvPr>
            <p:cNvSpPr/>
            <p:nvPr/>
          </p:nvSpPr>
          <p:spPr>
            <a:xfrm>
              <a:off x="64655" y="967829"/>
              <a:ext cx="698613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487" name="TextBox 5486">
              <a:extLst>
                <a:ext uri="{FF2B5EF4-FFF2-40B4-BE49-F238E27FC236}">
                  <a16:creationId xmlns:a16="http://schemas.microsoft.com/office/drawing/2014/main" id="{4BC052DB-5CE6-8B0E-273E-BE0E855C1668}"/>
                </a:ext>
              </a:extLst>
            </p:cNvPr>
            <p:cNvSpPr txBox="1"/>
            <p:nvPr/>
          </p:nvSpPr>
          <p:spPr>
            <a:xfrm>
              <a:off x="139537" y="987969"/>
              <a:ext cx="548848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08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88" name="TextBox 5487">
              <a:extLst>
                <a:ext uri="{FF2B5EF4-FFF2-40B4-BE49-F238E27FC236}">
                  <a16:creationId xmlns:a16="http://schemas.microsoft.com/office/drawing/2014/main" id="{DF820EDF-BE59-D78C-A4ED-0287343B0186}"/>
                </a:ext>
              </a:extLst>
            </p:cNvPr>
            <p:cNvSpPr txBox="1"/>
            <p:nvPr/>
          </p:nvSpPr>
          <p:spPr>
            <a:xfrm>
              <a:off x="948948" y="1003357"/>
              <a:ext cx="120204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Hong Gil Dong, 20461445</a:t>
              </a:r>
              <a:endParaRPr lang="ko-KR" altLang="en-US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cxnSp>
          <p:nvCxnSpPr>
            <p:cNvPr id="5489" name="직선 연결선 5488">
              <a:extLst>
                <a:ext uri="{FF2B5EF4-FFF2-40B4-BE49-F238E27FC236}">
                  <a16:creationId xmlns:a16="http://schemas.microsoft.com/office/drawing/2014/main" id="{7B3927B8-BDC1-359B-3B64-25239254E62E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006748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90" name="그룹 5489">
              <a:extLst>
                <a:ext uri="{FF2B5EF4-FFF2-40B4-BE49-F238E27FC236}">
                  <a16:creationId xmlns:a16="http://schemas.microsoft.com/office/drawing/2014/main" id="{A38E1E53-5E02-D1EB-4E9A-0F426FFBCF1A}"/>
                </a:ext>
              </a:extLst>
            </p:cNvPr>
            <p:cNvGrpSpPr/>
            <p:nvPr/>
          </p:nvGrpSpPr>
          <p:grpSpPr>
            <a:xfrm>
              <a:off x="71196" y="1261291"/>
              <a:ext cx="2403842" cy="207512"/>
              <a:chOff x="69928" y="1335538"/>
              <a:chExt cx="2404892" cy="106000"/>
            </a:xfrm>
          </p:grpSpPr>
          <p:pic>
            <p:nvPicPr>
              <p:cNvPr id="5515" name="그림 5514">
                <a:extLst>
                  <a:ext uri="{FF2B5EF4-FFF2-40B4-BE49-F238E27FC236}">
                    <a16:creationId xmlns:a16="http://schemas.microsoft.com/office/drawing/2014/main" id="{16F3C8F7-FAD4-C3F0-2C3A-CC464E8964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69928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16" name="그림 5515">
                <a:extLst>
                  <a:ext uri="{FF2B5EF4-FFF2-40B4-BE49-F238E27FC236}">
                    <a16:creationId xmlns:a16="http://schemas.microsoft.com/office/drawing/2014/main" id="{3C75A86B-540D-4C17-CEFB-D4C311A1F9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470743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17" name="그림 5516">
                <a:extLst>
                  <a:ext uri="{FF2B5EF4-FFF2-40B4-BE49-F238E27FC236}">
                    <a16:creationId xmlns:a16="http://schemas.microsoft.com/office/drawing/2014/main" id="{1EEAA9EE-935E-ACEE-405D-1B459B3B28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87155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18" name="그림 5517">
                <a:extLst>
                  <a:ext uri="{FF2B5EF4-FFF2-40B4-BE49-F238E27FC236}">
                    <a16:creationId xmlns:a16="http://schemas.microsoft.com/office/drawing/2014/main" id="{C7B0F92F-5523-472B-6088-F30E2C78FA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272374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19" name="그림 5518">
                <a:extLst>
                  <a:ext uri="{FF2B5EF4-FFF2-40B4-BE49-F238E27FC236}">
                    <a16:creationId xmlns:a16="http://schemas.microsoft.com/office/drawing/2014/main" id="{FD946A5C-B3D3-AE36-C367-998BB9E349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1673189" y="1335538"/>
                <a:ext cx="400815" cy="106000"/>
              </a:xfrm>
              <a:prstGeom prst="rect">
                <a:avLst/>
              </a:prstGeom>
            </p:spPr>
          </p:pic>
          <p:pic>
            <p:nvPicPr>
              <p:cNvPr id="5520" name="그림 5519">
                <a:extLst>
                  <a:ext uri="{FF2B5EF4-FFF2-40B4-BE49-F238E27FC236}">
                    <a16:creationId xmlns:a16="http://schemas.microsoft.com/office/drawing/2014/main" id="{FD804794-3760-7754-70D9-C242B93F9A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074005" y="1335538"/>
                <a:ext cx="400815" cy="106000"/>
              </a:xfrm>
              <a:prstGeom prst="rect">
                <a:avLst/>
              </a:prstGeom>
            </p:spPr>
          </p:pic>
        </p:grpSp>
        <p:sp>
          <p:nvSpPr>
            <p:cNvPr id="5491" name="TextBox 5490">
              <a:extLst>
                <a:ext uri="{FF2B5EF4-FFF2-40B4-BE49-F238E27FC236}">
                  <a16:creationId xmlns:a16="http://schemas.microsoft.com/office/drawing/2014/main" id="{E3436D58-4621-E655-1644-C4EE5DD2C7A9}"/>
                </a:ext>
              </a:extLst>
            </p:cNvPr>
            <p:cNvSpPr txBox="1"/>
            <p:nvPr/>
          </p:nvSpPr>
          <p:spPr>
            <a:xfrm>
              <a:off x="95634" y="1166563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LEAD Ⅱ 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sp>
          <p:nvSpPr>
            <p:cNvPr id="5492" name="TextBox 5491">
              <a:extLst>
                <a:ext uri="{FF2B5EF4-FFF2-40B4-BE49-F238E27FC236}">
                  <a16:creationId xmlns:a16="http://schemas.microsoft.com/office/drawing/2014/main" id="{19A6F235-E112-4B72-844A-D2B2A2FA8A6B}"/>
                </a:ext>
              </a:extLst>
            </p:cNvPr>
            <p:cNvSpPr txBox="1"/>
            <p:nvPr/>
          </p:nvSpPr>
          <p:spPr>
            <a:xfrm>
              <a:off x="99654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HR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3" name="TextBox 5492">
              <a:extLst>
                <a:ext uri="{FF2B5EF4-FFF2-40B4-BE49-F238E27FC236}">
                  <a16:creationId xmlns:a16="http://schemas.microsoft.com/office/drawing/2014/main" id="{CFB082B4-02F3-EE34-CEF7-0E501111F94B}"/>
                </a:ext>
              </a:extLst>
            </p:cNvPr>
            <p:cNvSpPr txBox="1"/>
            <p:nvPr/>
          </p:nvSpPr>
          <p:spPr>
            <a:xfrm>
              <a:off x="99654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bpm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4" name="TextBox 5493">
              <a:extLst>
                <a:ext uri="{FF2B5EF4-FFF2-40B4-BE49-F238E27FC236}">
                  <a16:creationId xmlns:a16="http://schemas.microsoft.com/office/drawing/2014/main" id="{67092EF7-E66E-B26B-05F0-0C578B368390}"/>
                </a:ext>
              </a:extLst>
            </p:cNvPr>
            <p:cNvSpPr txBox="1"/>
            <p:nvPr/>
          </p:nvSpPr>
          <p:spPr>
            <a:xfrm>
              <a:off x="99654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120/50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5" name="TextBox 5494">
              <a:extLst>
                <a:ext uri="{FF2B5EF4-FFF2-40B4-BE49-F238E27FC236}">
                  <a16:creationId xmlns:a16="http://schemas.microsoft.com/office/drawing/2014/main" id="{3ED21C79-2C71-1F8A-58EB-5A2DCD85AF8D}"/>
                </a:ext>
              </a:extLst>
            </p:cNvPr>
            <p:cNvSpPr txBox="1"/>
            <p:nvPr/>
          </p:nvSpPr>
          <p:spPr>
            <a:xfrm>
              <a:off x="563998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60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6" name="TextBox 5495">
              <a:extLst>
                <a:ext uri="{FF2B5EF4-FFF2-40B4-BE49-F238E27FC236}">
                  <a16:creationId xmlns:a16="http://schemas.microsoft.com/office/drawing/2014/main" id="{63EE4871-C344-BF53-F0A2-C862AC7F49E3}"/>
                </a:ext>
              </a:extLst>
            </p:cNvPr>
            <p:cNvSpPr txBox="1"/>
            <p:nvPr/>
          </p:nvSpPr>
          <p:spPr>
            <a:xfrm>
              <a:off x="911079" y="2035675"/>
              <a:ext cx="203486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Sp02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7" name="TextBox 5496">
              <a:extLst>
                <a:ext uri="{FF2B5EF4-FFF2-40B4-BE49-F238E27FC236}">
                  <a16:creationId xmlns:a16="http://schemas.microsoft.com/office/drawing/2014/main" id="{1F144C4C-682B-3F89-8BCA-3BA428995636}"/>
                </a:ext>
              </a:extLst>
            </p:cNvPr>
            <p:cNvSpPr txBox="1"/>
            <p:nvPr/>
          </p:nvSpPr>
          <p:spPr>
            <a:xfrm>
              <a:off x="911079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%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8" name="TextBox 5497">
              <a:extLst>
                <a:ext uri="{FF2B5EF4-FFF2-40B4-BE49-F238E27FC236}">
                  <a16:creationId xmlns:a16="http://schemas.microsoft.com/office/drawing/2014/main" id="{105706F7-1663-66C2-F502-35873C452349}"/>
                </a:ext>
              </a:extLst>
            </p:cNvPr>
            <p:cNvSpPr txBox="1"/>
            <p:nvPr/>
          </p:nvSpPr>
          <p:spPr>
            <a:xfrm>
              <a:off x="911079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100/90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499" name="TextBox 5498">
              <a:extLst>
                <a:ext uri="{FF2B5EF4-FFF2-40B4-BE49-F238E27FC236}">
                  <a16:creationId xmlns:a16="http://schemas.microsoft.com/office/drawing/2014/main" id="{45D53D10-8F29-7A21-DFF4-775FC9FFC226}"/>
                </a:ext>
              </a:extLst>
            </p:cNvPr>
            <p:cNvSpPr txBox="1"/>
            <p:nvPr/>
          </p:nvSpPr>
          <p:spPr>
            <a:xfrm>
              <a:off x="1370113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98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500" name="TextBox 5499">
              <a:extLst>
                <a:ext uri="{FF2B5EF4-FFF2-40B4-BE49-F238E27FC236}">
                  <a16:creationId xmlns:a16="http://schemas.microsoft.com/office/drawing/2014/main" id="{803678FB-46EE-CE37-C8A7-B4F6CF67395B}"/>
                </a:ext>
              </a:extLst>
            </p:cNvPr>
            <p:cNvSpPr txBox="1"/>
            <p:nvPr/>
          </p:nvSpPr>
          <p:spPr>
            <a:xfrm>
              <a:off x="1712688" y="2035675"/>
              <a:ext cx="13960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RR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501" name="TextBox 5500">
              <a:extLst>
                <a:ext uri="{FF2B5EF4-FFF2-40B4-BE49-F238E27FC236}">
                  <a16:creationId xmlns:a16="http://schemas.microsoft.com/office/drawing/2014/main" id="{61CBF265-5611-DBF1-C965-896D024B8BC5}"/>
                </a:ext>
              </a:extLst>
            </p:cNvPr>
            <p:cNvSpPr txBox="1"/>
            <p:nvPr/>
          </p:nvSpPr>
          <p:spPr>
            <a:xfrm>
              <a:off x="1712688" y="2121432"/>
              <a:ext cx="285414" cy="8771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rpm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502" name="TextBox 5501">
              <a:extLst>
                <a:ext uri="{FF2B5EF4-FFF2-40B4-BE49-F238E27FC236}">
                  <a16:creationId xmlns:a16="http://schemas.microsoft.com/office/drawing/2014/main" id="{EA37BCF5-0B78-5A49-22B1-2A0032D03747}"/>
                </a:ext>
              </a:extLst>
            </p:cNvPr>
            <p:cNvSpPr txBox="1"/>
            <p:nvPr/>
          </p:nvSpPr>
          <p:spPr>
            <a:xfrm>
              <a:off x="1712688" y="2197058"/>
              <a:ext cx="28541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40/8</a:t>
              </a:r>
              <a:endParaRPr lang="ko-KR" altLang="en-US" sz="6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sp>
          <p:nvSpPr>
            <p:cNvPr id="5503" name="TextBox 5502">
              <a:extLst>
                <a:ext uri="{FF2B5EF4-FFF2-40B4-BE49-F238E27FC236}">
                  <a16:creationId xmlns:a16="http://schemas.microsoft.com/office/drawing/2014/main" id="{76B6382F-7428-6EDE-4AB3-ABC915A6F5F8}"/>
                </a:ext>
              </a:extLst>
            </p:cNvPr>
            <p:cNvSpPr txBox="1"/>
            <p:nvPr/>
          </p:nvSpPr>
          <p:spPr>
            <a:xfrm>
              <a:off x="2173840" y="2009279"/>
              <a:ext cx="285414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20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20</a:t>
              </a:r>
              <a:endParaRPr lang="ko-KR" altLang="en-US" sz="20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5504" name="직선 연결선 5503">
              <a:extLst>
                <a:ext uri="{FF2B5EF4-FFF2-40B4-BE49-F238E27FC236}">
                  <a16:creationId xmlns:a16="http://schemas.microsoft.com/office/drawing/2014/main" id="{FF500956-3BAB-5488-47E7-FF873076F822}"/>
                </a:ext>
              </a:extLst>
            </p:cNvPr>
            <p:cNvCxnSpPr>
              <a:cxnSpLocks/>
            </p:cNvCxnSpPr>
            <p:nvPr/>
          </p:nvCxnSpPr>
          <p:spPr>
            <a:xfrm>
              <a:off x="871246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5" name="직선 연결선 5504">
              <a:extLst>
                <a:ext uri="{FF2B5EF4-FFF2-40B4-BE49-F238E27FC236}">
                  <a16:creationId xmlns:a16="http://schemas.microsoft.com/office/drawing/2014/main" id="{B4CD8C06-6EAB-DADF-307E-978236CD82B7}"/>
                </a:ext>
              </a:extLst>
            </p:cNvPr>
            <p:cNvCxnSpPr>
              <a:cxnSpLocks/>
            </p:cNvCxnSpPr>
            <p:nvPr/>
          </p:nvCxnSpPr>
          <p:spPr>
            <a:xfrm>
              <a:off x="1676570" y="2006748"/>
              <a:ext cx="0" cy="31748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506" name="그래픽 5505" descr="벨소리 단색으로 채워진">
              <a:extLst>
                <a:ext uri="{FF2B5EF4-FFF2-40B4-BE49-F238E27FC236}">
                  <a16:creationId xmlns:a16="http://schemas.microsoft.com/office/drawing/2014/main" id="{2FD25208-C9DA-9DE0-1BDE-A9A0C84BE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06599" y="998112"/>
              <a:ext cx="118212" cy="118212"/>
            </a:xfrm>
            <a:prstGeom prst="rect">
              <a:avLst/>
            </a:prstGeom>
          </p:spPr>
        </p:pic>
        <p:cxnSp>
          <p:nvCxnSpPr>
            <p:cNvPr id="5507" name="직선 연결선 5506">
              <a:extLst>
                <a:ext uri="{FF2B5EF4-FFF2-40B4-BE49-F238E27FC236}">
                  <a16:creationId xmlns:a16="http://schemas.microsoft.com/office/drawing/2014/main" id="{7234187F-3588-FBA1-828D-1254BB7D63D2}"/>
                </a:ext>
              </a:extLst>
            </p:cNvPr>
            <p:cNvCxnSpPr>
              <a:cxnSpLocks/>
            </p:cNvCxnSpPr>
            <p:nvPr/>
          </p:nvCxnSpPr>
          <p:spPr>
            <a:xfrm>
              <a:off x="65924" y="2324235"/>
              <a:ext cx="2409114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08" name="TextBox 5507">
              <a:extLst>
                <a:ext uri="{FF2B5EF4-FFF2-40B4-BE49-F238E27FC236}">
                  <a16:creationId xmlns:a16="http://schemas.microsoft.com/office/drawing/2014/main" id="{CF993F64-AA35-852E-4064-64FBA2ECBCC6}"/>
                </a:ext>
              </a:extLst>
            </p:cNvPr>
            <p:cNvSpPr txBox="1"/>
            <p:nvPr/>
          </p:nvSpPr>
          <p:spPr>
            <a:xfrm>
              <a:off x="95634" y="1602992"/>
              <a:ext cx="28943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60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PLETH</a:t>
              </a:r>
              <a:endParaRPr lang="ko-KR" altLang="en-US" sz="60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  <p:grpSp>
          <p:nvGrpSpPr>
            <p:cNvPr id="5509" name="그룹 5508">
              <a:extLst>
                <a:ext uri="{FF2B5EF4-FFF2-40B4-BE49-F238E27FC236}">
                  <a16:creationId xmlns:a16="http://schemas.microsoft.com/office/drawing/2014/main" id="{CB8FCEFC-08E7-0702-97BC-93FABE3B93AC}"/>
                </a:ext>
              </a:extLst>
            </p:cNvPr>
            <p:cNvGrpSpPr/>
            <p:nvPr/>
          </p:nvGrpSpPr>
          <p:grpSpPr>
            <a:xfrm>
              <a:off x="64655" y="1740586"/>
              <a:ext cx="2409464" cy="163344"/>
              <a:chOff x="2483115" y="1808854"/>
              <a:chExt cx="2563343" cy="163344"/>
            </a:xfrm>
          </p:grpSpPr>
          <p:pic>
            <p:nvPicPr>
              <p:cNvPr id="5513" name="그림 5512">
                <a:extLst>
                  <a:ext uri="{FF2B5EF4-FFF2-40B4-BE49-F238E27FC236}">
                    <a16:creationId xmlns:a16="http://schemas.microsoft.com/office/drawing/2014/main" id="{42169D31-10D6-EE78-AF5B-7B5114E608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2483115" y="1808854"/>
                <a:ext cx="1283039" cy="163344"/>
              </a:xfrm>
              <a:prstGeom prst="rect">
                <a:avLst/>
              </a:prstGeom>
            </p:spPr>
          </p:pic>
          <p:pic>
            <p:nvPicPr>
              <p:cNvPr id="5514" name="그림 5513">
                <a:extLst>
                  <a:ext uri="{FF2B5EF4-FFF2-40B4-BE49-F238E27FC236}">
                    <a16:creationId xmlns:a16="http://schemas.microsoft.com/office/drawing/2014/main" id="{53257F6C-07C6-595A-6FC2-1FBC385148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duotone>
                  <a:prstClr val="black"/>
                  <a:schemeClr val="tx2">
                    <a:tint val="45000"/>
                    <a:satMod val="400000"/>
                  </a:schemeClr>
                </a:duotone>
              </a:blip>
              <a:stretch>
                <a:fillRect/>
              </a:stretch>
            </p:blipFill>
            <p:spPr>
              <a:xfrm>
                <a:off x="3763419" y="1808854"/>
                <a:ext cx="1283039" cy="163344"/>
              </a:xfrm>
              <a:prstGeom prst="rect">
                <a:avLst/>
              </a:prstGeom>
            </p:spPr>
          </p:pic>
        </p:grpSp>
        <p:sp>
          <p:nvSpPr>
            <p:cNvPr id="5510" name="직사각형 5509">
              <a:extLst>
                <a:ext uri="{FF2B5EF4-FFF2-40B4-BE49-F238E27FC236}">
                  <a16:creationId xmlns:a16="http://schemas.microsoft.com/office/drawing/2014/main" id="{40DEB9D2-F44C-C959-C1D4-A9D8E9CC4FF4}"/>
                </a:ext>
              </a:extLst>
            </p:cNvPr>
            <p:cNvSpPr/>
            <p:nvPr/>
          </p:nvSpPr>
          <p:spPr>
            <a:xfrm>
              <a:off x="96620" y="1302835"/>
              <a:ext cx="31227" cy="157438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11" name="TextBox 5510">
              <a:extLst>
                <a:ext uri="{FF2B5EF4-FFF2-40B4-BE49-F238E27FC236}">
                  <a16:creationId xmlns:a16="http://schemas.microsoft.com/office/drawing/2014/main" id="{2EDB1FE8-0C33-8D32-57CA-27A9ACE8FA0A}"/>
                </a:ext>
              </a:extLst>
            </p:cNvPr>
            <p:cNvSpPr txBox="1"/>
            <p:nvPr/>
          </p:nvSpPr>
          <p:spPr>
            <a:xfrm>
              <a:off x="94262" y="1459967"/>
              <a:ext cx="289434" cy="8463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550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1mV</a:t>
              </a:r>
              <a:endParaRPr lang="ko-KR" altLang="en-US" sz="550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sp>
          <p:nvSpPr>
            <p:cNvPr id="5512" name="직사각형 5511">
              <a:extLst>
                <a:ext uri="{FF2B5EF4-FFF2-40B4-BE49-F238E27FC236}">
                  <a16:creationId xmlns:a16="http://schemas.microsoft.com/office/drawing/2014/main" id="{577B0B5B-FB1B-DF9D-09FA-0AF43155AD85}"/>
                </a:ext>
              </a:extLst>
            </p:cNvPr>
            <p:cNvSpPr/>
            <p:nvPr/>
          </p:nvSpPr>
          <p:spPr>
            <a:xfrm>
              <a:off x="64655" y="965016"/>
              <a:ext cx="2410383" cy="1462152"/>
            </a:xfrm>
            <a:prstGeom prst="rect">
              <a:avLst/>
            </a:prstGeom>
            <a:noFill/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521" name="그룹 5520">
            <a:extLst>
              <a:ext uri="{FF2B5EF4-FFF2-40B4-BE49-F238E27FC236}">
                <a16:creationId xmlns:a16="http://schemas.microsoft.com/office/drawing/2014/main" id="{D773D626-FD0C-A051-871F-0AA2D0B4BE34}"/>
              </a:ext>
            </a:extLst>
          </p:cNvPr>
          <p:cNvGrpSpPr/>
          <p:nvPr userDrawn="1"/>
        </p:nvGrpSpPr>
        <p:grpSpPr>
          <a:xfrm>
            <a:off x="64654" y="3889374"/>
            <a:ext cx="2576945" cy="178779"/>
            <a:chOff x="217054" y="2581810"/>
            <a:chExt cx="2576945" cy="178779"/>
          </a:xfrm>
        </p:grpSpPr>
        <p:sp>
          <p:nvSpPr>
            <p:cNvPr id="5522" name="사각형: 둥근 모서리 5521">
              <a:extLst>
                <a:ext uri="{FF2B5EF4-FFF2-40B4-BE49-F238E27FC236}">
                  <a16:creationId xmlns:a16="http://schemas.microsoft.com/office/drawing/2014/main" id="{7B27D0C6-D70F-9073-2E22-A145621122AF}"/>
                </a:ext>
              </a:extLst>
            </p:cNvPr>
            <p:cNvSpPr/>
            <p:nvPr/>
          </p:nvSpPr>
          <p:spPr>
            <a:xfrm>
              <a:off x="217054" y="2581810"/>
              <a:ext cx="2576945" cy="178779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523" name="TextBox 5522">
              <a:extLst>
                <a:ext uri="{FF2B5EF4-FFF2-40B4-BE49-F238E27FC236}">
                  <a16:creationId xmlns:a16="http://schemas.microsoft.com/office/drawing/2014/main" id="{6DE20FF9-C8E4-1A14-E53C-AF4AB99DD131}"/>
                </a:ext>
              </a:extLst>
            </p:cNvPr>
            <p:cNvSpPr txBox="1"/>
            <p:nvPr/>
          </p:nvSpPr>
          <p:spPr>
            <a:xfrm>
              <a:off x="291974" y="2601950"/>
              <a:ext cx="549119" cy="1384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BED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-</a:t>
              </a:r>
              <a:r>
                <a:rPr lang="ko-KR" altLang="en-US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 </a:t>
              </a:r>
              <a:r>
                <a:rPr lang="en-US" altLang="ko-KR" sz="900" b="1" spc="-5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latin typeface="+mn-ea"/>
                </a:rPr>
                <a:t>01</a:t>
              </a:r>
              <a:endParaRPr lang="ko-KR" altLang="en-US" sz="900" b="1" spc="-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endParaRPr>
            </a:p>
          </p:txBody>
        </p:sp>
      </p:grpSp>
      <p:sp>
        <p:nvSpPr>
          <p:cNvPr id="5524" name="TextBox 5523">
            <a:extLst>
              <a:ext uri="{FF2B5EF4-FFF2-40B4-BE49-F238E27FC236}">
                <a16:creationId xmlns:a16="http://schemas.microsoft.com/office/drawing/2014/main" id="{68A71644-D768-E3D7-BC4F-480452204034}"/>
              </a:ext>
            </a:extLst>
          </p:cNvPr>
          <p:cNvSpPr txBox="1"/>
          <p:nvPr userDrawn="1"/>
        </p:nvSpPr>
        <p:spPr>
          <a:xfrm>
            <a:off x="886154" y="3924902"/>
            <a:ext cx="120263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Hong Gil Dong, 20461445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5525" name="직사각형 5524">
            <a:extLst>
              <a:ext uri="{FF2B5EF4-FFF2-40B4-BE49-F238E27FC236}">
                <a16:creationId xmlns:a16="http://schemas.microsoft.com/office/drawing/2014/main" id="{B6154313-810D-63DE-6D7D-81CB0A8D8A68}"/>
              </a:ext>
            </a:extLst>
          </p:cNvPr>
          <p:cNvSpPr/>
          <p:nvPr userDrawn="1"/>
        </p:nvSpPr>
        <p:spPr>
          <a:xfrm>
            <a:off x="64655" y="3889374"/>
            <a:ext cx="9649742" cy="178594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526" name="그룹 5525">
            <a:extLst>
              <a:ext uri="{FF2B5EF4-FFF2-40B4-BE49-F238E27FC236}">
                <a16:creationId xmlns:a16="http://schemas.microsoft.com/office/drawing/2014/main" id="{BF55F19E-1ABB-F015-7F84-A7C942073BFE}"/>
              </a:ext>
            </a:extLst>
          </p:cNvPr>
          <p:cNvGrpSpPr/>
          <p:nvPr userDrawn="1"/>
        </p:nvGrpSpPr>
        <p:grpSpPr>
          <a:xfrm>
            <a:off x="2693227" y="3932254"/>
            <a:ext cx="367198" cy="92835"/>
            <a:chOff x="2978458" y="3941779"/>
            <a:chExt cx="367198" cy="92835"/>
          </a:xfrm>
        </p:grpSpPr>
        <p:sp>
          <p:nvSpPr>
            <p:cNvPr id="5527" name="TextBox 5526">
              <a:extLst>
                <a:ext uri="{FF2B5EF4-FFF2-40B4-BE49-F238E27FC236}">
                  <a16:creationId xmlns:a16="http://schemas.microsoft.com/office/drawing/2014/main" id="{72A227E7-7870-7BF5-4D3D-A9A1A9D903E9}"/>
                </a:ext>
              </a:extLst>
            </p:cNvPr>
            <p:cNvSpPr txBox="1"/>
            <p:nvPr/>
          </p:nvSpPr>
          <p:spPr>
            <a:xfrm>
              <a:off x="3091711" y="3942030"/>
              <a:ext cx="253945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US" altLang="ko-KR" sz="6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Search</a:t>
              </a:r>
              <a:endParaRPr lang="ko-KR" altLang="en-US" sz="6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pic>
          <p:nvPicPr>
            <p:cNvPr id="5528" name="그래픽 5527" descr="돋보기 단색으로 채워진">
              <a:extLst>
                <a:ext uri="{FF2B5EF4-FFF2-40B4-BE49-F238E27FC236}">
                  <a16:creationId xmlns:a16="http://schemas.microsoft.com/office/drawing/2014/main" id="{4E0376D9-2968-2BFC-0DB3-26A53F6DF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2978458" y="3941779"/>
              <a:ext cx="92835" cy="92835"/>
            </a:xfrm>
            <a:prstGeom prst="rect">
              <a:avLst/>
            </a:prstGeom>
          </p:spPr>
        </p:pic>
      </p:grpSp>
      <p:pic>
        <p:nvPicPr>
          <p:cNvPr id="5529" name="그림 5528">
            <a:extLst>
              <a:ext uri="{FF2B5EF4-FFF2-40B4-BE49-F238E27FC236}">
                <a16:creationId xmlns:a16="http://schemas.microsoft.com/office/drawing/2014/main" id="{30779585-5524-E894-177A-D6AEE294A649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021045" y="3924671"/>
            <a:ext cx="113684" cy="108000"/>
          </a:xfrm>
          <a:prstGeom prst="rect">
            <a:avLst/>
          </a:prstGeom>
        </p:spPr>
      </p:pic>
      <p:pic>
        <p:nvPicPr>
          <p:cNvPr id="5530" name="그림 5529">
            <a:extLst>
              <a:ext uri="{FF2B5EF4-FFF2-40B4-BE49-F238E27FC236}">
                <a16:creationId xmlns:a16="http://schemas.microsoft.com/office/drawing/2014/main" id="{30165478-53E2-FDB1-AA2D-9B7416B734D5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14386" t="13660" r="14386" b="13660"/>
          <a:stretch/>
        </p:blipFill>
        <p:spPr>
          <a:xfrm>
            <a:off x="9188956" y="3924671"/>
            <a:ext cx="105843" cy="108000"/>
          </a:xfrm>
          <a:prstGeom prst="rect">
            <a:avLst/>
          </a:prstGeom>
        </p:spPr>
      </p:pic>
      <p:pic>
        <p:nvPicPr>
          <p:cNvPr id="5531" name="그림 5530">
            <a:extLst>
              <a:ext uri="{FF2B5EF4-FFF2-40B4-BE49-F238E27FC236}">
                <a16:creationId xmlns:a16="http://schemas.microsoft.com/office/drawing/2014/main" id="{42770E7E-0FF1-0078-C673-C9D4A68974F4}"/>
              </a:ext>
            </a:extLst>
          </p:cNvPr>
          <p:cNvPicPr>
            <a:picLocks noChangeAspect="1"/>
          </p:cNvPicPr>
          <p:nvPr userDrawn="1"/>
        </p:nvPicPr>
        <p:blipFill>
          <a:blip r:embed="rId23">
            <a:extLst>
              <a:ext uri="{BEBA8EAE-BF5A-486C-A8C5-ECC9F3942E4B}">
                <a14:imgProps xmlns:a14="http://schemas.microsoft.com/office/drawing/2010/main">
                  <a14:imgLayer r:embed="rId2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56587" y="3932231"/>
            <a:ext cx="92881" cy="92881"/>
          </a:xfrm>
          <a:prstGeom prst="rect">
            <a:avLst/>
          </a:prstGeom>
        </p:spPr>
      </p:pic>
      <p:cxnSp>
        <p:nvCxnSpPr>
          <p:cNvPr id="5532" name="직선 연결선 5531">
            <a:extLst>
              <a:ext uri="{FF2B5EF4-FFF2-40B4-BE49-F238E27FC236}">
                <a16:creationId xmlns:a16="http://schemas.microsoft.com/office/drawing/2014/main" id="{B572C16A-92A5-3AFD-22A2-D7496CF34FEF}"/>
              </a:ext>
            </a:extLst>
          </p:cNvPr>
          <p:cNvCxnSpPr>
            <a:cxnSpLocks/>
          </p:cNvCxnSpPr>
          <p:nvPr userDrawn="1"/>
        </p:nvCxnSpPr>
        <p:spPr>
          <a:xfrm>
            <a:off x="9520227" y="3889374"/>
            <a:ext cx="0" cy="178594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3" name="TextBox 5532">
            <a:extLst>
              <a:ext uri="{FF2B5EF4-FFF2-40B4-BE49-F238E27FC236}">
                <a16:creationId xmlns:a16="http://schemas.microsoft.com/office/drawing/2014/main" id="{DFEF2501-2427-D230-ABE6-2F78085A7BC4}"/>
              </a:ext>
            </a:extLst>
          </p:cNvPr>
          <p:cNvSpPr txBox="1"/>
          <p:nvPr userDrawn="1"/>
        </p:nvSpPr>
        <p:spPr>
          <a:xfrm>
            <a:off x="127102" y="5792737"/>
            <a:ext cx="5848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Tabular Trend </a:t>
            </a:r>
            <a:endParaRPr lang="ko-KR" altLang="en-US" sz="7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grpSp>
        <p:nvGrpSpPr>
          <p:cNvPr id="5534" name="그룹 5533">
            <a:extLst>
              <a:ext uri="{FF2B5EF4-FFF2-40B4-BE49-F238E27FC236}">
                <a16:creationId xmlns:a16="http://schemas.microsoft.com/office/drawing/2014/main" id="{6133D433-1F1C-E3DE-D4BA-588139D2CB7B}"/>
              </a:ext>
            </a:extLst>
          </p:cNvPr>
          <p:cNvGrpSpPr/>
          <p:nvPr userDrawn="1"/>
        </p:nvGrpSpPr>
        <p:grpSpPr>
          <a:xfrm>
            <a:off x="707541" y="5792736"/>
            <a:ext cx="92334" cy="113257"/>
            <a:chOff x="736115" y="5792736"/>
            <a:chExt cx="92334" cy="113257"/>
          </a:xfrm>
        </p:grpSpPr>
        <p:sp>
          <p:nvSpPr>
            <p:cNvPr id="5535" name="TextBox 5534">
              <a:extLst>
                <a:ext uri="{FF2B5EF4-FFF2-40B4-BE49-F238E27FC236}">
                  <a16:creationId xmlns:a16="http://schemas.microsoft.com/office/drawing/2014/main" id="{FADC3DA9-CED4-91F7-36B7-1B4D1BD87389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737038" y="5814583"/>
              <a:ext cx="9048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&gt;</a:t>
              </a:r>
              <a:endParaRPr lang="en-US" altLang="ko-KR" sz="6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  <p:sp>
          <p:nvSpPr>
            <p:cNvPr id="5536" name="TextBox 5535">
              <a:extLst>
                <a:ext uri="{FF2B5EF4-FFF2-40B4-BE49-F238E27FC236}">
                  <a16:creationId xmlns:a16="http://schemas.microsoft.com/office/drawing/2014/main" id="{845B604D-26D0-C689-975E-08C3224785A2}"/>
                </a:ext>
              </a:extLst>
            </p:cNvPr>
            <p:cNvSpPr txBox="1">
              <a:spLocks/>
            </p:cNvSpPr>
            <p:nvPr/>
          </p:nvSpPr>
          <p:spPr>
            <a:xfrm rot="16200000">
              <a:off x="737039" y="5791813"/>
              <a:ext cx="90487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600" dirty="0">
                  <a:ln>
                    <a:solidFill>
                      <a:schemeClr val="tx1">
                        <a:lumMod val="50000"/>
                        <a:lumOff val="50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HY견명조" panose="02030600000101010101" pitchFamily="18" charset="-127"/>
                  <a:ea typeface="HY견명조" panose="02030600000101010101" pitchFamily="18" charset="-127"/>
                </a:rPr>
                <a:t>&gt;</a:t>
              </a:r>
              <a:endParaRPr lang="en-US" altLang="ko-KR" sz="600" spc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endParaRPr>
            </a:p>
          </p:txBody>
        </p:sp>
      </p:grpSp>
      <p:cxnSp>
        <p:nvCxnSpPr>
          <p:cNvPr id="5537" name="직선 연결선 5536">
            <a:extLst>
              <a:ext uri="{FF2B5EF4-FFF2-40B4-BE49-F238E27FC236}">
                <a16:creationId xmlns:a16="http://schemas.microsoft.com/office/drawing/2014/main" id="{D63740BF-1BCF-1C05-9D4C-991118B268C0}"/>
              </a:ext>
            </a:extLst>
          </p:cNvPr>
          <p:cNvCxnSpPr>
            <a:cxnSpLocks/>
          </p:cNvCxnSpPr>
          <p:nvPr userDrawn="1"/>
        </p:nvCxnSpPr>
        <p:spPr>
          <a:xfrm>
            <a:off x="860289" y="5732885"/>
            <a:ext cx="0" cy="222204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8" name="사각형: 둥근 모서리 5537">
            <a:extLst>
              <a:ext uri="{FF2B5EF4-FFF2-40B4-BE49-F238E27FC236}">
                <a16:creationId xmlns:a16="http://schemas.microsoft.com/office/drawing/2014/main" id="{A18F2276-E4C7-11AD-8C2B-F4D8B04873C4}"/>
              </a:ext>
            </a:extLst>
          </p:cNvPr>
          <p:cNvSpPr>
            <a:spLocks/>
          </p:cNvSpPr>
          <p:nvPr userDrawn="1"/>
        </p:nvSpPr>
        <p:spPr>
          <a:xfrm>
            <a:off x="903777" y="5769173"/>
            <a:ext cx="758336" cy="154851"/>
          </a:xfrm>
          <a:prstGeom prst="roundRect">
            <a:avLst>
              <a:gd name="adj" fmla="val 18159"/>
            </a:avLst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39" name="TextBox 5538">
            <a:extLst>
              <a:ext uri="{FF2B5EF4-FFF2-40B4-BE49-F238E27FC236}">
                <a16:creationId xmlns:a16="http://schemas.microsoft.com/office/drawing/2014/main" id="{6154EBC3-C30B-5191-6E91-A3412A024DED}"/>
              </a:ext>
            </a:extLst>
          </p:cNvPr>
          <p:cNvSpPr txBox="1">
            <a:spLocks/>
          </p:cNvSpPr>
          <p:nvPr userDrawn="1"/>
        </p:nvSpPr>
        <p:spPr>
          <a:xfrm>
            <a:off x="960839" y="5792737"/>
            <a:ext cx="67037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700" spc="-30" baseline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rPr>
              <a:t>ECG LEAD Ⅱ</a:t>
            </a:r>
            <a:endParaRPr lang="ko-KR" altLang="en-US" sz="700" spc="-30" baseline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540" name="TextBox 5539">
            <a:extLst>
              <a:ext uri="{FF2B5EF4-FFF2-40B4-BE49-F238E27FC236}">
                <a16:creationId xmlns:a16="http://schemas.microsoft.com/office/drawing/2014/main" id="{F95BE18D-ECB5-6E18-C9A8-BF8690B1E186}"/>
              </a:ext>
            </a:extLst>
          </p:cNvPr>
          <p:cNvSpPr txBox="1">
            <a:spLocks/>
          </p:cNvSpPr>
          <p:nvPr userDrawn="1"/>
        </p:nvSpPr>
        <p:spPr>
          <a:xfrm rot="5400000">
            <a:off x="1540616" y="5804644"/>
            <a:ext cx="904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견명조" panose="02030600000101010101" pitchFamily="18" charset="-127"/>
                <a:ea typeface="HY견명조" panose="02030600000101010101" pitchFamily="18" charset="-127"/>
              </a:rPr>
              <a:t>&gt;</a:t>
            </a:r>
            <a:endParaRPr lang="en-US" altLang="ko-KR" sz="700" spc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/>
              </a:solidFill>
              <a:latin typeface="HY견명조" panose="02030600000101010101" pitchFamily="18" charset="-127"/>
              <a:ea typeface="HY견명조" panose="02030600000101010101" pitchFamily="18" charset="-127"/>
            </a:endParaRPr>
          </a:p>
        </p:txBody>
      </p:sp>
      <p:sp>
        <p:nvSpPr>
          <p:cNvPr id="5541" name="사각형: 둥근 모서리 5540">
            <a:extLst>
              <a:ext uri="{FF2B5EF4-FFF2-40B4-BE49-F238E27FC236}">
                <a16:creationId xmlns:a16="http://schemas.microsoft.com/office/drawing/2014/main" id="{72554E06-A23C-6795-F56A-FF43D0A74F47}"/>
              </a:ext>
            </a:extLst>
          </p:cNvPr>
          <p:cNvSpPr>
            <a:spLocks/>
          </p:cNvSpPr>
          <p:nvPr userDrawn="1"/>
        </p:nvSpPr>
        <p:spPr>
          <a:xfrm>
            <a:off x="1740607" y="5801598"/>
            <a:ext cx="90000" cy="90000"/>
          </a:xfrm>
          <a:prstGeom prst="roundRect">
            <a:avLst>
              <a:gd name="adj" fmla="val 1815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42" name="TextBox 5541">
            <a:extLst>
              <a:ext uri="{FF2B5EF4-FFF2-40B4-BE49-F238E27FC236}">
                <a16:creationId xmlns:a16="http://schemas.microsoft.com/office/drawing/2014/main" id="{54D807BE-B7D0-E506-FCC1-248A75098A11}"/>
              </a:ext>
            </a:extLst>
          </p:cNvPr>
          <p:cNvSpPr txBox="1">
            <a:spLocks/>
          </p:cNvSpPr>
          <p:nvPr userDrawn="1"/>
        </p:nvSpPr>
        <p:spPr>
          <a:xfrm>
            <a:off x="1860954" y="5800432"/>
            <a:ext cx="45319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600" spc="-30" baseline="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rPr>
              <a:t>24H</a:t>
            </a:r>
            <a:r>
              <a:rPr lang="en-US" altLang="ko-KR" sz="600" spc="-30" baseline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rPr>
              <a:t> HR Value</a:t>
            </a:r>
            <a:endParaRPr lang="ko-KR" altLang="en-US" sz="600" spc="-30" baseline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543" name="TextBox 5542">
            <a:extLst>
              <a:ext uri="{FF2B5EF4-FFF2-40B4-BE49-F238E27FC236}">
                <a16:creationId xmlns:a16="http://schemas.microsoft.com/office/drawing/2014/main" id="{44C4CDF8-2263-B718-6202-AEDB940FFA17}"/>
              </a:ext>
            </a:extLst>
          </p:cNvPr>
          <p:cNvSpPr txBox="1">
            <a:spLocks/>
          </p:cNvSpPr>
          <p:nvPr userDrawn="1"/>
        </p:nvSpPr>
        <p:spPr>
          <a:xfrm>
            <a:off x="9207692" y="5800432"/>
            <a:ext cx="45319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spc="-30" baseline="0" dirty="0" err="1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rPr>
              <a:t>15min</a:t>
            </a:r>
            <a:endParaRPr lang="ko-KR" altLang="en-US" sz="600" spc="-30" baseline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5544" name="TextBox 5543">
            <a:extLst>
              <a:ext uri="{FF2B5EF4-FFF2-40B4-BE49-F238E27FC236}">
                <a16:creationId xmlns:a16="http://schemas.microsoft.com/office/drawing/2014/main" id="{777F9955-8CD0-259D-DD16-668AF6EDC1F6}"/>
              </a:ext>
            </a:extLst>
          </p:cNvPr>
          <p:cNvSpPr txBox="1"/>
          <p:nvPr userDrawn="1"/>
        </p:nvSpPr>
        <p:spPr>
          <a:xfrm>
            <a:off x="257741" y="6197859"/>
            <a:ext cx="406894" cy="877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7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Alarm</a:t>
            </a:r>
            <a:endParaRPr lang="ko-KR" altLang="en-US" sz="57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45" name="TextBox 5544">
            <a:extLst>
              <a:ext uri="{FF2B5EF4-FFF2-40B4-BE49-F238E27FC236}">
                <a16:creationId xmlns:a16="http://schemas.microsoft.com/office/drawing/2014/main" id="{21D23CFE-42AF-00D5-10E4-9A75EB187EFB}"/>
              </a:ext>
            </a:extLst>
          </p:cNvPr>
          <p:cNvSpPr txBox="1"/>
          <p:nvPr userDrawn="1"/>
        </p:nvSpPr>
        <p:spPr>
          <a:xfrm>
            <a:off x="257741" y="6283067"/>
            <a:ext cx="406894" cy="877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7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Asystole</a:t>
            </a:r>
            <a:endParaRPr lang="ko-KR" altLang="en-US" sz="57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46" name="TextBox 5545">
            <a:extLst>
              <a:ext uri="{FF2B5EF4-FFF2-40B4-BE49-F238E27FC236}">
                <a16:creationId xmlns:a16="http://schemas.microsoft.com/office/drawing/2014/main" id="{F86A2E51-F8EE-4469-85BB-F317736B864A}"/>
              </a:ext>
            </a:extLst>
          </p:cNvPr>
          <p:cNvSpPr txBox="1"/>
          <p:nvPr userDrawn="1"/>
        </p:nvSpPr>
        <p:spPr>
          <a:xfrm>
            <a:off x="257741" y="6378587"/>
            <a:ext cx="406894" cy="877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7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V-FIB</a:t>
            </a:r>
            <a:endParaRPr lang="ko-KR" altLang="en-US" sz="57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47" name="TextBox 5546">
            <a:extLst>
              <a:ext uri="{FF2B5EF4-FFF2-40B4-BE49-F238E27FC236}">
                <a16:creationId xmlns:a16="http://schemas.microsoft.com/office/drawing/2014/main" id="{F3C9BDF0-2DF4-59E3-3036-9F67B8E1C192}"/>
              </a:ext>
            </a:extLst>
          </p:cNvPr>
          <p:cNvSpPr txBox="1"/>
          <p:nvPr userDrawn="1"/>
        </p:nvSpPr>
        <p:spPr>
          <a:xfrm>
            <a:off x="257741" y="6469343"/>
            <a:ext cx="406894" cy="877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570" spc="-2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V-TACH</a:t>
            </a:r>
            <a:endParaRPr lang="ko-KR" altLang="en-US" sz="570" spc="-2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48" name="TextBox 5547">
            <a:extLst>
              <a:ext uri="{FF2B5EF4-FFF2-40B4-BE49-F238E27FC236}">
                <a16:creationId xmlns:a16="http://schemas.microsoft.com/office/drawing/2014/main" id="{6FB048D6-886F-C3A4-3392-66967B8BAEF4}"/>
              </a:ext>
            </a:extLst>
          </p:cNvPr>
          <p:cNvSpPr txBox="1"/>
          <p:nvPr userDrawn="1"/>
        </p:nvSpPr>
        <p:spPr>
          <a:xfrm>
            <a:off x="8320102" y="6048607"/>
            <a:ext cx="7788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spc="-3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2024-08-03</a:t>
            </a:r>
            <a:r>
              <a:rPr lang="en-US" altLang="ko-KR" sz="700" spc="-15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700" spc="-3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08:20:30</a:t>
            </a:r>
            <a:endParaRPr lang="ko-KR" altLang="en-US" sz="700" spc="-3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49" name="TextBox 5548">
            <a:extLst>
              <a:ext uri="{FF2B5EF4-FFF2-40B4-BE49-F238E27FC236}">
                <a16:creationId xmlns:a16="http://schemas.microsoft.com/office/drawing/2014/main" id="{FF9CFF4B-B51D-0CF8-B160-AE0B976E6B9A}"/>
              </a:ext>
            </a:extLst>
          </p:cNvPr>
          <p:cNvSpPr txBox="1"/>
          <p:nvPr userDrawn="1"/>
        </p:nvSpPr>
        <p:spPr>
          <a:xfrm>
            <a:off x="7111472" y="6048607"/>
            <a:ext cx="3996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spc="-3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07:20:30</a:t>
            </a:r>
            <a:endParaRPr lang="ko-KR" altLang="en-US" sz="700" spc="-3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50" name="TextBox 5549">
            <a:extLst>
              <a:ext uri="{FF2B5EF4-FFF2-40B4-BE49-F238E27FC236}">
                <a16:creationId xmlns:a16="http://schemas.microsoft.com/office/drawing/2014/main" id="{7F3BBFA2-D59C-9897-75C8-30581D63FD1C}"/>
              </a:ext>
            </a:extLst>
          </p:cNvPr>
          <p:cNvSpPr txBox="1"/>
          <p:nvPr userDrawn="1"/>
        </p:nvSpPr>
        <p:spPr>
          <a:xfrm>
            <a:off x="5902844" y="6048607"/>
            <a:ext cx="3996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spc="-3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06:20:30</a:t>
            </a:r>
            <a:endParaRPr lang="ko-KR" altLang="en-US" sz="700" spc="-3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51" name="TextBox 5550">
            <a:extLst>
              <a:ext uri="{FF2B5EF4-FFF2-40B4-BE49-F238E27FC236}">
                <a16:creationId xmlns:a16="http://schemas.microsoft.com/office/drawing/2014/main" id="{BCD0FF0C-F872-BC9F-20B8-C9634DA2C8D5}"/>
              </a:ext>
            </a:extLst>
          </p:cNvPr>
          <p:cNvSpPr txBox="1"/>
          <p:nvPr userDrawn="1"/>
        </p:nvSpPr>
        <p:spPr>
          <a:xfrm>
            <a:off x="3485588" y="6048607"/>
            <a:ext cx="3996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spc="-3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04:20:30</a:t>
            </a:r>
            <a:endParaRPr lang="ko-KR" altLang="en-US" sz="700" spc="-3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52" name="TextBox 5551">
            <a:extLst>
              <a:ext uri="{FF2B5EF4-FFF2-40B4-BE49-F238E27FC236}">
                <a16:creationId xmlns:a16="http://schemas.microsoft.com/office/drawing/2014/main" id="{20089606-D5E6-261D-52C6-C80AF612FE2F}"/>
              </a:ext>
            </a:extLst>
          </p:cNvPr>
          <p:cNvSpPr txBox="1"/>
          <p:nvPr userDrawn="1"/>
        </p:nvSpPr>
        <p:spPr>
          <a:xfrm>
            <a:off x="2276960" y="6048607"/>
            <a:ext cx="3996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spc="-3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03:20:30</a:t>
            </a:r>
            <a:endParaRPr lang="ko-KR" altLang="en-US" sz="700" spc="-3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53" name="TextBox 5552">
            <a:extLst>
              <a:ext uri="{FF2B5EF4-FFF2-40B4-BE49-F238E27FC236}">
                <a16:creationId xmlns:a16="http://schemas.microsoft.com/office/drawing/2014/main" id="{7891BCDA-3B06-F9A8-630F-DBBAF7E3AF76}"/>
              </a:ext>
            </a:extLst>
          </p:cNvPr>
          <p:cNvSpPr txBox="1"/>
          <p:nvPr userDrawn="1"/>
        </p:nvSpPr>
        <p:spPr>
          <a:xfrm>
            <a:off x="4694216" y="6048607"/>
            <a:ext cx="3996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spc="-3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05:20:30</a:t>
            </a:r>
            <a:endParaRPr lang="ko-KR" altLang="en-US" sz="700" spc="-3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54" name="TextBox 5553">
            <a:extLst>
              <a:ext uri="{FF2B5EF4-FFF2-40B4-BE49-F238E27FC236}">
                <a16:creationId xmlns:a16="http://schemas.microsoft.com/office/drawing/2014/main" id="{FDEF34A7-C558-BCD5-176F-D06573D7C47F}"/>
              </a:ext>
            </a:extLst>
          </p:cNvPr>
          <p:cNvSpPr txBox="1"/>
          <p:nvPr userDrawn="1"/>
        </p:nvSpPr>
        <p:spPr>
          <a:xfrm>
            <a:off x="689139" y="6048607"/>
            <a:ext cx="77888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spc="-3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2024-08-03 02:20:30</a:t>
            </a:r>
            <a:endParaRPr lang="ko-KR" altLang="en-US" sz="700" spc="-3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5555" name="TextBox 5554">
            <a:extLst>
              <a:ext uri="{FF2B5EF4-FFF2-40B4-BE49-F238E27FC236}">
                <a16:creationId xmlns:a16="http://schemas.microsoft.com/office/drawing/2014/main" id="{10190809-5AF9-2EAC-7EB1-B540B02B02E5}"/>
              </a:ext>
            </a:extLst>
          </p:cNvPr>
          <p:cNvSpPr txBox="1"/>
          <p:nvPr userDrawn="1"/>
        </p:nvSpPr>
        <p:spPr>
          <a:xfrm>
            <a:off x="9250228" y="6322405"/>
            <a:ext cx="36574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700" spc="-3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6 hour</a:t>
            </a:r>
            <a:endParaRPr lang="ko-KR" altLang="en-US" sz="700" spc="-3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cxnSp>
        <p:nvCxnSpPr>
          <p:cNvPr id="5556" name="직선 연결선 5555">
            <a:extLst>
              <a:ext uri="{FF2B5EF4-FFF2-40B4-BE49-F238E27FC236}">
                <a16:creationId xmlns:a16="http://schemas.microsoft.com/office/drawing/2014/main" id="{6F215E2C-0A42-FF21-045C-501CE1F099F3}"/>
              </a:ext>
            </a:extLst>
          </p:cNvPr>
          <p:cNvCxnSpPr>
            <a:cxnSpLocks/>
          </p:cNvCxnSpPr>
          <p:nvPr userDrawn="1"/>
        </p:nvCxnSpPr>
        <p:spPr>
          <a:xfrm>
            <a:off x="9241877" y="6195470"/>
            <a:ext cx="0" cy="362493"/>
          </a:xfrm>
          <a:prstGeom prst="line">
            <a:avLst/>
          </a:prstGeom>
          <a:ln w="3175" cmpd="sng">
            <a:solidFill>
              <a:srgbClr val="4E4E4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57" name="사각형: 둥근 모서리 5556">
            <a:extLst>
              <a:ext uri="{FF2B5EF4-FFF2-40B4-BE49-F238E27FC236}">
                <a16:creationId xmlns:a16="http://schemas.microsoft.com/office/drawing/2014/main" id="{C9843064-BB73-99CB-96FE-246028108821}"/>
              </a:ext>
            </a:extLst>
          </p:cNvPr>
          <p:cNvSpPr>
            <a:spLocks/>
          </p:cNvSpPr>
          <p:nvPr userDrawn="1"/>
        </p:nvSpPr>
        <p:spPr>
          <a:xfrm>
            <a:off x="158186" y="6636941"/>
            <a:ext cx="90000" cy="90000"/>
          </a:xfrm>
          <a:prstGeom prst="roundRect">
            <a:avLst>
              <a:gd name="adj" fmla="val 18159"/>
            </a:avLst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58" name="TextBox 5557">
            <a:extLst>
              <a:ext uri="{FF2B5EF4-FFF2-40B4-BE49-F238E27FC236}">
                <a16:creationId xmlns:a16="http://schemas.microsoft.com/office/drawing/2014/main" id="{EFCF49A8-0824-93E8-CD78-4811311AB00B}"/>
              </a:ext>
            </a:extLst>
          </p:cNvPr>
          <p:cNvSpPr txBox="1">
            <a:spLocks/>
          </p:cNvSpPr>
          <p:nvPr userDrawn="1"/>
        </p:nvSpPr>
        <p:spPr>
          <a:xfrm>
            <a:off x="278533" y="6635775"/>
            <a:ext cx="453194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ko-KR" sz="600" spc="-30" baseline="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rPr>
              <a:t>HR Value</a:t>
            </a:r>
            <a:endParaRPr lang="ko-KR" altLang="en-US" sz="600" spc="-30" baseline="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5559" name="직선 연결선 5558">
            <a:extLst>
              <a:ext uri="{FF2B5EF4-FFF2-40B4-BE49-F238E27FC236}">
                <a16:creationId xmlns:a16="http://schemas.microsoft.com/office/drawing/2014/main" id="{EC052DB6-B139-A0BD-C0ED-0E46323083D7}"/>
              </a:ext>
            </a:extLst>
          </p:cNvPr>
          <p:cNvCxnSpPr>
            <a:cxnSpLocks/>
          </p:cNvCxnSpPr>
          <p:nvPr userDrawn="1"/>
        </p:nvCxnSpPr>
        <p:spPr>
          <a:xfrm>
            <a:off x="793872" y="6195470"/>
            <a:ext cx="0" cy="362493"/>
          </a:xfrm>
          <a:prstGeom prst="line">
            <a:avLst/>
          </a:prstGeom>
          <a:ln w="3175" cmpd="sng">
            <a:solidFill>
              <a:srgbClr val="4E4E4E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7BDE28FD-7915-6585-5A99-127331BD4807}"/>
              </a:ext>
            </a:extLst>
          </p:cNvPr>
          <p:cNvSpPr txBox="1"/>
          <p:nvPr userDrawn="1"/>
        </p:nvSpPr>
        <p:spPr>
          <a:xfrm>
            <a:off x="8456961" y="808294"/>
            <a:ext cx="1202638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600" dirty="0">
                <a:ln>
                  <a:solidFill>
                    <a:schemeClr val="tx1">
                      <a:lumMod val="50000"/>
                      <a:lumOff val="50000"/>
                      <a:alpha val="0"/>
                    </a:schemeClr>
                  </a:solidFill>
                </a:ln>
                <a:latin typeface="+mn-ea"/>
              </a:rPr>
              <a:t>2025-05-09 PM 3:52:19</a:t>
            </a:r>
            <a:endParaRPr lang="ko-KR" altLang="en-US" sz="600" dirty="0">
              <a:ln>
                <a:solidFill>
                  <a:schemeClr val="tx1">
                    <a:lumMod val="50000"/>
                    <a:lumOff val="50000"/>
                    <a:alpha val="0"/>
                  </a:schemeClr>
                </a:solidFill>
              </a:ln>
              <a:latin typeface="+mn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9FF9307-BD80-3891-C752-77CC927C7F62}"/>
              </a:ext>
            </a:extLst>
          </p:cNvPr>
          <p:cNvCxnSpPr/>
          <p:nvPr userDrawn="1"/>
        </p:nvCxnSpPr>
        <p:spPr>
          <a:xfrm>
            <a:off x="221538" y="573748"/>
            <a:ext cx="11846501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12D26DB-F2C7-2730-E714-6E629C3203F7}"/>
              </a:ext>
            </a:extLst>
          </p:cNvPr>
          <p:cNvSpPr txBox="1"/>
          <p:nvPr userDrawn="1"/>
        </p:nvSpPr>
        <p:spPr>
          <a:xfrm>
            <a:off x="9784389" y="756001"/>
            <a:ext cx="62837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900" b="1" dirty="0">
                <a:latin typeface="+mj-ea"/>
                <a:ea typeface="+mj-ea"/>
              </a:rPr>
              <a:t>Description</a:t>
            </a:r>
            <a:endParaRPr lang="ko-KR" altLang="en-US" sz="900" b="1" dirty="0">
              <a:latin typeface="+mj-ea"/>
              <a:ea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6ADBD4-8D96-6334-815B-4A98E0C8B7D3}"/>
              </a:ext>
            </a:extLst>
          </p:cNvPr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 flipH="1">
            <a:off x="8625956" y="784502"/>
            <a:ext cx="146265" cy="14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97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2"/>
            <a:ext cx="12192000" cy="342898"/>
          </a:xfrm>
          <a:prstGeom prst="rect">
            <a:avLst/>
          </a:prstGeom>
          <a:solidFill>
            <a:srgbClr val="384F5F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898" spc="-98" baseline="0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11861386" y="110570"/>
            <a:ext cx="172098" cy="18941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fld id="{87713E07-D50B-4BFF-A920-8C83D5B82E89}" type="slidenum">
              <a:rPr lang="ko-KR" altLang="en-US" sz="1231" b="1" spc="-86" smtClean="0">
                <a:latin typeface="+mj-ea"/>
                <a:ea typeface="+mj-ea"/>
              </a:rPr>
              <a:t>‹#›</a:t>
            </a:fld>
            <a:endParaRPr lang="ko-KR" altLang="en-US" sz="1231" b="1" spc="-86" dirty="0">
              <a:latin typeface="+mj-ea"/>
              <a:ea typeface="+mj-ea"/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 hasCustomPrompt="1"/>
          </p:nvPr>
        </p:nvSpPr>
        <p:spPr>
          <a:xfrm>
            <a:off x="221538" y="113074"/>
            <a:ext cx="10948431" cy="15120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1477" b="1" spc="-98" baseline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lang="en-US" altLang="ko-KR" dirty="0"/>
              <a:t>DESCRIPTION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7316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12">
          <p15:clr>
            <a:srgbClr val="FBAE40"/>
          </p15:clr>
        </p15:guide>
        <p15:guide id="3" pos="239">
          <p15:clr>
            <a:srgbClr val="FBAE40"/>
          </p15:clr>
        </p15:guide>
        <p15:guide id="4" pos="744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559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705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61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9" r:id="rId2"/>
    <p:sldLayoutId id="2147483737" r:id="rId3"/>
    <p:sldLayoutId id="214748372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032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8" r:id="rId2"/>
    <p:sldLayoutId id="2147483734" r:id="rId3"/>
    <p:sldLayoutId id="2147483735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12" Type="http://schemas.openxmlformats.org/officeDocument/2006/relationships/image" Target="../media/image32.svg"/><Relationship Id="rId2" Type="http://schemas.openxmlformats.org/officeDocument/2006/relationships/image" Target="../media/image22.png"/><Relationship Id="rId16" Type="http://schemas.openxmlformats.org/officeDocument/2006/relationships/image" Target="../media/image3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svg"/><Relationship Id="rId4" Type="http://schemas.openxmlformats.org/officeDocument/2006/relationships/image" Target="../media/image24.svg"/><Relationship Id="rId9" Type="http://schemas.openxmlformats.org/officeDocument/2006/relationships/image" Target="../media/image29.png"/><Relationship Id="rId14" Type="http://schemas.openxmlformats.org/officeDocument/2006/relationships/image" Target="../media/image34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9F1432C8-C0F9-D163-109E-00D63F7E73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BACK-END Service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85B34E5-2D1C-BB7F-DFFA-3CB6F83B7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pc="-50" dirty="0"/>
              <a:t>Architecture &amp; Performance 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C05654-4962-3EAF-0133-5456200304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CMS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41D825-6205-266B-F24C-DB7D188B7800}"/>
              </a:ext>
            </a:extLst>
          </p:cNvPr>
          <p:cNvSpPr txBox="1"/>
          <p:nvPr/>
        </p:nvSpPr>
        <p:spPr>
          <a:xfrm>
            <a:off x="926672" y="3395284"/>
            <a:ext cx="1633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384F5F"/>
                </a:solidFill>
                <a:latin typeface="+mn-ea"/>
                <a:cs typeface="Arial" panose="020B0604020202020204" pitchFamily="34" charset="0"/>
              </a:rPr>
              <a:t>2025.09.02 | Ver. 0.1 </a:t>
            </a:r>
          </a:p>
        </p:txBody>
      </p:sp>
    </p:spTree>
    <p:extLst>
      <p:ext uri="{BB962C8B-B14F-4D97-AF65-F5344CB8AC3E}">
        <p14:creationId xmlns:p14="http://schemas.microsoft.com/office/powerpoint/2010/main" val="2816755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10">
            <a:extLst>
              <a:ext uri="{FF2B5EF4-FFF2-40B4-BE49-F238E27FC236}">
                <a16:creationId xmlns:a16="http://schemas.microsoft.com/office/drawing/2014/main" id="{AC95D24E-8314-537F-DDAA-4A501944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538" y="122599"/>
            <a:ext cx="10948431" cy="151200"/>
          </a:xfrm>
        </p:spPr>
        <p:txBody>
          <a:bodyPr>
            <a:normAutofit fontScale="90000"/>
          </a:bodyPr>
          <a:lstStyle/>
          <a:p>
            <a:r>
              <a:rPr lang="ko-KR" altLang="en-US" sz="1400" dirty="0"/>
              <a:t>개정이력</a:t>
            </a:r>
            <a:endParaRPr lang="ko-Kore-KR" altLang="en-US" sz="1400" dirty="0"/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6B8EA12-DB44-5FDE-3BDE-4A503AAEE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7151605"/>
              </p:ext>
            </p:extLst>
          </p:nvPr>
        </p:nvGraphicFramePr>
        <p:xfrm>
          <a:off x="319892" y="586892"/>
          <a:ext cx="11379738" cy="2113062"/>
        </p:xfrm>
        <a:graphic>
          <a:graphicData uri="http://schemas.openxmlformats.org/drawingml/2006/table">
            <a:tbl>
              <a:tblPr/>
              <a:tblGrid>
                <a:gridCol w="639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54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2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4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80" baseline="0" dirty="0">
                          <a:ln>
                            <a:solidFill>
                              <a:srgbClr val="437FCF">
                                <a:alpha val="0"/>
                              </a:srgbClr>
                            </a:solidFill>
                          </a:ln>
                          <a:latin typeface="+mn-ea"/>
                          <a:ea typeface="+mn-ea"/>
                          <a:cs typeface="Arial" pitchFamily="34" charset="0"/>
                        </a:rPr>
                        <a:t>버전</a:t>
                      </a: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F5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80" baseline="0" dirty="0">
                          <a:ln>
                            <a:solidFill>
                              <a:srgbClr val="437FCF">
                                <a:alpha val="0"/>
                              </a:srgbClr>
                            </a:solidFill>
                          </a:ln>
                          <a:latin typeface="+mn-ea"/>
                          <a:ea typeface="+mn-ea"/>
                          <a:cs typeface="Arial" pitchFamily="34" charset="0"/>
                        </a:rPr>
                        <a:t>개정일</a:t>
                      </a: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F5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80" baseline="0" dirty="0">
                          <a:ln>
                            <a:solidFill>
                              <a:srgbClr val="437FCF">
                                <a:alpha val="0"/>
                              </a:srgbClr>
                            </a:solidFill>
                          </a:ln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개정 내용</a:t>
                      </a: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F5F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-80" baseline="0" dirty="0">
                          <a:ln>
                            <a:solidFill>
                              <a:srgbClr val="437FCF">
                                <a:alpha val="0"/>
                              </a:srgbClr>
                            </a:solidFill>
                          </a:ln>
                          <a:latin typeface="+mn-ea"/>
                          <a:ea typeface="+mn-ea"/>
                          <a:cs typeface="Arial" pitchFamily="34" charset="0"/>
                        </a:rPr>
                        <a:t>작성자</a:t>
                      </a: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F5F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3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9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  <a:cs typeface="Arial" pitchFamily="34" charset="0"/>
                        </a:rPr>
                        <a:t>0.1</a:t>
                      </a:r>
                      <a:endParaRPr lang="ko-KR" altLang="en-US" sz="9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9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  <a:cs typeface="Arial" pitchFamily="34" charset="0"/>
                        </a:rPr>
                        <a:t>2025.09.02</a:t>
                      </a: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Backend Service Architecture &amp; Performance </a:t>
                      </a:r>
                      <a:r>
                        <a:rPr lang="ko-KR" altLang="en-US" sz="9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초안</a:t>
                      </a:r>
                      <a:endParaRPr lang="en-US" altLang="ko-KR" sz="9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en-US" altLang="ko-KR" sz="900" spc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+mj-ea"/>
                          <a:ea typeface="+mj-ea"/>
                          <a:cs typeface="Arial" pitchFamily="34" charset="0"/>
                        </a:rPr>
                        <a:t>Kai</a:t>
                      </a:r>
                      <a:endParaRPr lang="ko-KR" altLang="en-US" sz="9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81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900" b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81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9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3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900" kern="120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j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23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900" b="0" spc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23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239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endParaRPr lang="ko-KR" altLang="en-US" sz="9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spc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+mj-ea"/>
                        <a:ea typeface="+mj-ea"/>
                        <a:cs typeface="Arial" pitchFamily="34" charset="0"/>
                      </a:endParaRPr>
                    </a:p>
                  </a:txBody>
                  <a:tcPr marL="50700" marR="507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8432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7F957BC-B328-7D85-79F4-008D8873CD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System Overview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56C46E7-3327-CDAE-C484-0582F82F7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04" y="1155397"/>
            <a:ext cx="720000" cy="720000"/>
          </a:xfrm>
          <a:prstGeom prst="rect">
            <a:avLst/>
          </a:prstGeom>
        </p:spPr>
      </p:pic>
      <p:pic>
        <p:nvPicPr>
          <p:cNvPr id="5" name="Graphic 95" descr="Internet alt2 resource icon for the General Icons category.">
            <a:extLst>
              <a:ext uri="{FF2B5EF4-FFF2-40B4-BE49-F238E27FC236}">
                <a16:creationId xmlns:a16="http://schemas.microsoft.com/office/drawing/2014/main" id="{54189AC3-9E67-B524-D519-98BB7A390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7869" y="2308835"/>
            <a:ext cx="720000" cy="720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DA0A628-F0FA-7CFA-E9BD-9F019F758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04" y="2193383"/>
            <a:ext cx="720000" cy="720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DFD394B-D628-ACA9-224D-C90EE5BAE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04" y="3265514"/>
            <a:ext cx="720000" cy="720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135EFCA-1EDF-D050-5E9B-0075E2A1F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6302" y="2277226"/>
            <a:ext cx="720000" cy="720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6CE929-5B33-AA70-B7B8-2D4F3913C7E0}"/>
              </a:ext>
            </a:extLst>
          </p:cNvPr>
          <p:cNvSpPr txBox="1"/>
          <p:nvPr/>
        </p:nvSpPr>
        <p:spPr>
          <a:xfrm>
            <a:off x="3423203" y="3028835"/>
            <a:ext cx="863121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600" b="1" spc="-70" dirty="0">
                <a:latin typeface="+mj-ea"/>
                <a:ea typeface="+mj-ea"/>
              </a:rPr>
              <a:t>Ingestor  </a:t>
            </a:r>
            <a:endParaRPr lang="en-US" altLang="ko-KR" sz="1200" b="1" spc="-70" dirty="0"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7D48A3-266F-FD7F-8B0C-18BB51A5164C}"/>
              </a:ext>
            </a:extLst>
          </p:cNvPr>
          <p:cNvSpPr txBox="1"/>
          <p:nvPr/>
        </p:nvSpPr>
        <p:spPr>
          <a:xfrm>
            <a:off x="5472251" y="3028835"/>
            <a:ext cx="1688102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600" b="1" spc="-70" dirty="0">
                <a:latin typeface="+mj-ea"/>
                <a:ea typeface="+mj-ea"/>
              </a:rPr>
              <a:t>Messaging Queue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344D01-BC46-B321-0623-E131195DA996}"/>
              </a:ext>
            </a:extLst>
          </p:cNvPr>
          <p:cNvSpPr txBox="1"/>
          <p:nvPr/>
        </p:nvSpPr>
        <p:spPr>
          <a:xfrm>
            <a:off x="8281645" y="3061776"/>
            <a:ext cx="1145442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600" b="1" spc="-70" dirty="0">
                <a:latin typeface="+mj-ea"/>
                <a:ea typeface="+mj-ea"/>
              </a:rPr>
              <a:t>Transformer </a:t>
            </a:r>
            <a:endParaRPr lang="en-US" altLang="ko-KR" sz="1200" b="1" spc="-70" dirty="0">
              <a:latin typeface="+mj-ea"/>
              <a:ea typeface="+mj-ea"/>
            </a:endParaRPr>
          </a:p>
        </p:txBody>
      </p:sp>
      <p:pic>
        <p:nvPicPr>
          <p:cNvPr id="13" name="Graphic 68" descr="Client resource icon for the General Icons category.">
            <a:extLst>
              <a:ext uri="{FF2B5EF4-FFF2-40B4-BE49-F238E27FC236}">
                <a16:creationId xmlns:a16="http://schemas.microsoft.com/office/drawing/2014/main" id="{F9805C45-90CC-60D5-D9F7-22C49EAB09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51455" y="2308835"/>
            <a:ext cx="720000" cy="72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A1152D8-A5F9-3103-B444-7F23CA08BAA0}"/>
              </a:ext>
            </a:extLst>
          </p:cNvPr>
          <p:cNvSpPr txBox="1"/>
          <p:nvPr/>
        </p:nvSpPr>
        <p:spPr>
          <a:xfrm>
            <a:off x="10976259" y="3061775"/>
            <a:ext cx="505588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600" b="1" spc="-70" dirty="0">
                <a:latin typeface="+mj-ea"/>
                <a:ea typeface="+mj-ea"/>
              </a:rPr>
              <a:t>Client</a:t>
            </a:r>
            <a:endParaRPr lang="en-US" altLang="ko-KR" sz="1200" b="1" spc="-70" dirty="0">
              <a:latin typeface="+mj-ea"/>
              <a:ea typeface="+mj-ea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78D5935-FDF4-7F88-1B74-5229B4A2F9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5880" y="4249090"/>
            <a:ext cx="720000" cy="720000"/>
          </a:xfrm>
          <a:prstGeom prst="rect">
            <a:avLst/>
          </a:prstGeom>
        </p:spPr>
      </p:pic>
      <p:pic>
        <p:nvPicPr>
          <p:cNvPr id="16" name="Graphic 16" descr="Metrics, Data visualization resource icon for the General Icons category.">
            <a:extLst>
              <a:ext uri="{FF2B5EF4-FFF2-40B4-BE49-F238E27FC236}">
                <a16:creationId xmlns:a16="http://schemas.microsoft.com/office/drawing/2014/main" id="{2160CBF2-D50A-CFB8-11BE-A71295B42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6039380" y="995945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Graphic 16" descr="Data table resource icon for the General Icons category.">
            <a:extLst>
              <a:ext uri="{FF2B5EF4-FFF2-40B4-BE49-F238E27FC236}">
                <a16:creationId xmlns:a16="http://schemas.microsoft.com/office/drawing/2014/main" id="{04AB941D-9613-12EC-135C-26D73E0C1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5924319" y="4248940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CE5358-C576-EE63-73F4-64D3426F8034}"/>
              </a:ext>
            </a:extLst>
          </p:cNvPr>
          <p:cNvSpPr txBox="1"/>
          <p:nvPr/>
        </p:nvSpPr>
        <p:spPr>
          <a:xfrm>
            <a:off x="5497418" y="4968940"/>
            <a:ext cx="1802401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600" b="1" spc="-70" dirty="0">
                <a:latin typeface="+mj-ea"/>
                <a:ea typeface="+mj-ea"/>
              </a:rPr>
              <a:t>OLTP -Operational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A9D6B6-22E7-5573-3E26-3F542A2F2E46}"/>
              </a:ext>
            </a:extLst>
          </p:cNvPr>
          <p:cNvSpPr txBox="1"/>
          <p:nvPr/>
        </p:nvSpPr>
        <p:spPr>
          <a:xfrm>
            <a:off x="5612478" y="1715945"/>
            <a:ext cx="1802401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600" b="1" spc="-70" dirty="0">
                <a:latin typeface="+mj-ea"/>
                <a:ea typeface="+mj-ea"/>
              </a:rPr>
              <a:t>OLAP -Analytical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3DB5D2-FA36-EDEE-EED1-BC35C58FEE2C}"/>
              </a:ext>
            </a:extLst>
          </p:cNvPr>
          <p:cNvSpPr txBox="1"/>
          <p:nvPr/>
        </p:nvSpPr>
        <p:spPr>
          <a:xfrm>
            <a:off x="8477781" y="4997143"/>
            <a:ext cx="815250" cy="24622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600" b="1" spc="-70" dirty="0">
                <a:latin typeface="+mj-ea"/>
                <a:ea typeface="+mj-ea"/>
              </a:rPr>
              <a:t>Interface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A91E7E-9B5D-EB18-6F07-5D0D4A490EDA}"/>
              </a:ext>
            </a:extLst>
          </p:cNvPr>
          <p:cNvSpPr txBox="1"/>
          <p:nvPr/>
        </p:nvSpPr>
        <p:spPr>
          <a:xfrm>
            <a:off x="1370765" y="1794503"/>
            <a:ext cx="470642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600" b="1" spc="-70" dirty="0">
                <a:latin typeface="+mj-ea"/>
                <a:ea typeface="+mj-ea"/>
              </a:rPr>
              <a:t>M50 </a:t>
            </a:r>
            <a:endParaRPr lang="en-US" altLang="ko-KR" sz="1200" b="1" spc="-70" dirty="0"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15D8F9-F3B8-E5B0-C367-C44E6DE2946B}"/>
              </a:ext>
            </a:extLst>
          </p:cNvPr>
          <p:cNvSpPr txBox="1"/>
          <p:nvPr/>
        </p:nvSpPr>
        <p:spPr>
          <a:xfrm>
            <a:off x="1403389" y="2860619"/>
            <a:ext cx="470642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600" b="1" spc="-70" dirty="0">
                <a:latin typeface="+mj-ea"/>
                <a:ea typeface="+mj-ea"/>
              </a:rPr>
              <a:t>M40 </a:t>
            </a:r>
            <a:endParaRPr lang="en-US" altLang="ko-KR" sz="1200" b="1" spc="-70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ABF96A-3E59-C070-643A-B4E83D2F2048}"/>
              </a:ext>
            </a:extLst>
          </p:cNvPr>
          <p:cNvSpPr txBox="1"/>
          <p:nvPr/>
        </p:nvSpPr>
        <p:spPr>
          <a:xfrm>
            <a:off x="1414837" y="3923990"/>
            <a:ext cx="407484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600" b="1" spc="-70" dirty="0">
                <a:latin typeface="+mj-ea"/>
                <a:ea typeface="+mj-ea"/>
              </a:rPr>
              <a:t>M32</a:t>
            </a:r>
            <a:endParaRPr lang="en-US" altLang="ko-KR" sz="1200" b="1" spc="-70" dirty="0">
              <a:latin typeface="+mj-ea"/>
              <a:ea typeface="+mj-ea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A584A5FE-DC89-CBC2-3C14-EEFE1A7A6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04" y="4351949"/>
            <a:ext cx="720000" cy="7200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273E624-2D08-6D7B-72F6-7BAB500E14A5}"/>
              </a:ext>
            </a:extLst>
          </p:cNvPr>
          <p:cNvSpPr txBox="1"/>
          <p:nvPr/>
        </p:nvSpPr>
        <p:spPr>
          <a:xfrm>
            <a:off x="1162752" y="4982809"/>
            <a:ext cx="930704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600" b="1" spc="-70" dirty="0">
                <a:latin typeface="+mj-ea"/>
                <a:ea typeface="+mj-ea"/>
              </a:rPr>
              <a:t>D700(100)</a:t>
            </a:r>
            <a:endParaRPr lang="en-US" altLang="ko-KR" sz="1200" b="1" spc="-70" dirty="0">
              <a:latin typeface="+mj-ea"/>
              <a:ea typeface="+mj-ea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790086A-09D5-FD5C-FCF7-0F119D7F1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04" y="5412706"/>
            <a:ext cx="720000" cy="7200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A59B409-B988-2461-F4A1-77F65E9774CC}"/>
              </a:ext>
            </a:extLst>
          </p:cNvPr>
          <p:cNvSpPr txBox="1"/>
          <p:nvPr/>
        </p:nvSpPr>
        <p:spPr>
          <a:xfrm>
            <a:off x="1403389" y="6082364"/>
            <a:ext cx="348172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600" b="1" spc="-70" dirty="0">
                <a:latin typeface="+mj-ea"/>
                <a:ea typeface="+mj-ea"/>
              </a:rPr>
              <a:t>V20</a:t>
            </a:r>
            <a:endParaRPr lang="en-US" altLang="ko-KR" sz="1200" b="1" spc="-70" dirty="0">
              <a:latin typeface="+mj-ea"/>
              <a:ea typeface="+mj-ea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66A2E1A-1655-0783-4EE8-464D122EF824}"/>
              </a:ext>
            </a:extLst>
          </p:cNvPr>
          <p:cNvCxnSpPr>
            <a:cxnSpLocks/>
          </p:cNvCxnSpPr>
          <p:nvPr/>
        </p:nvCxnSpPr>
        <p:spPr>
          <a:xfrm>
            <a:off x="4283802" y="2533650"/>
            <a:ext cx="1543050" cy="0"/>
          </a:xfrm>
          <a:prstGeom prst="straightConnector1">
            <a:avLst/>
          </a:prstGeom>
          <a:ln w="158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46DBE95-EA34-3B66-FF04-A6018C0C434E}"/>
              </a:ext>
            </a:extLst>
          </p:cNvPr>
          <p:cNvCxnSpPr>
            <a:cxnSpLocks/>
          </p:cNvCxnSpPr>
          <p:nvPr/>
        </p:nvCxnSpPr>
        <p:spPr>
          <a:xfrm flipH="1">
            <a:off x="4264752" y="2808676"/>
            <a:ext cx="1615350" cy="0"/>
          </a:xfrm>
          <a:prstGeom prst="straightConnector1">
            <a:avLst/>
          </a:prstGeom>
          <a:ln w="158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B7702AFE-CE63-651D-2CE1-F600C6FCC0B0}"/>
              </a:ext>
            </a:extLst>
          </p:cNvPr>
          <p:cNvCxnSpPr>
            <a:cxnSpLocks/>
          </p:cNvCxnSpPr>
          <p:nvPr/>
        </p:nvCxnSpPr>
        <p:spPr>
          <a:xfrm>
            <a:off x="6760816" y="2546017"/>
            <a:ext cx="1543050" cy="0"/>
          </a:xfrm>
          <a:prstGeom prst="straightConnector1">
            <a:avLst/>
          </a:prstGeom>
          <a:ln w="158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29028663-79CD-E065-6915-14F69A4CF948}"/>
              </a:ext>
            </a:extLst>
          </p:cNvPr>
          <p:cNvCxnSpPr>
            <a:cxnSpLocks/>
          </p:cNvCxnSpPr>
          <p:nvPr/>
        </p:nvCxnSpPr>
        <p:spPr>
          <a:xfrm flipH="1">
            <a:off x="6732241" y="2825888"/>
            <a:ext cx="1615350" cy="0"/>
          </a:xfrm>
          <a:prstGeom prst="straightConnector1">
            <a:avLst/>
          </a:prstGeom>
          <a:ln w="158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964D919-FA7E-C677-62A8-53E0BD977CB2}"/>
              </a:ext>
            </a:extLst>
          </p:cNvPr>
          <p:cNvCxnSpPr>
            <a:cxnSpLocks/>
          </p:cNvCxnSpPr>
          <p:nvPr/>
        </p:nvCxnSpPr>
        <p:spPr>
          <a:xfrm>
            <a:off x="9194624" y="2724556"/>
            <a:ext cx="1543050" cy="0"/>
          </a:xfrm>
          <a:prstGeom prst="straightConnector1">
            <a:avLst/>
          </a:prstGeom>
          <a:ln w="158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FD0C62A-2AB4-51AD-2DAC-91FC4A27C2DE}"/>
              </a:ext>
            </a:extLst>
          </p:cNvPr>
          <p:cNvCxnSpPr/>
          <p:nvPr/>
        </p:nvCxnSpPr>
        <p:spPr>
          <a:xfrm flipV="1">
            <a:off x="8712927" y="3390900"/>
            <a:ext cx="0" cy="791515"/>
          </a:xfrm>
          <a:prstGeom prst="straightConnector1">
            <a:avLst/>
          </a:prstGeom>
          <a:ln w="15875">
            <a:solidFill>
              <a:srgbClr val="FFC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0B8957D2-18E4-F2FA-7974-B80BD8C86C57}"/>
              </a:ext>
            </a:extLst>
          </p:cNvPr>
          <p:cNvCxnSpPr/>
          <p:nvPr/>
        </p:nvCxnSpPr>
        <p:spPr>
          <a:xfrm>
            <a:off x="9017727" y="3390900"/>
            <a:ext cx="0" cy="791515"/>
          </a:xfrm>
          <a:prstGeom prst="straightConnector1">
            <a:avLst/>
          </a:prstGeom>
          <a:ln w="15875">
            <a:solidFill>
              <a:srgbClr val="A6A6A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B6B6FB03-6173-76CF-A03E-C3F69D0BAFC6}"/>
              </a:ext>
            </a:extLst>
          </p:cNvPr>
          <p:cNvCxnSpPr>
            <a:cxnSpLocks/>
          </p:cNvCxnSpPr>
          <p:nvPr/>
        </p:nvCxnSpPr>
        <p:spPr>
          <a:xfrm rot="10800000" flipV="1">
            <a:off x="9313332" y="3300817"/>
            <a:ext cx="2106928" cy="1478780"/>
          </a:xfrm>
          <a:prstGeom prst="bentConnector3">
            <a:avLst>
              <a:gd name="adj1" fmla="val -181"/>
            </a:avLst>
          </a:prstGeom>
          <a:ln w="158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82E14CC3-7E08-FA94-F75B-62C5D270CDF8}"/>
              </a:ext>
            </a:extLst>
          </p:cNvPr>
          <p:cNvCxnSpPr>
            <a:cxnSpLocks/>
          </p:cNvCxnSpPr>
          <p:nvPr/>
        </p:nvCxnSpPr>
        <p:spPr>
          <a:xfrm flipH="1">
            <a:off x="8050587" y="5979273"/>
            <a:ext cx="403200" cy="0"/>
          </a:xfrm>
          <a:prstGeom prst="straightConnector1">
            <a:avLst/>
          </a:prstGeom>
          <a:ln w="158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4D4E52C4-18A6-CCCE-FB43-34B8B12CD381}"/>
              </a:ext>
            </a:extLst>
          </p:cNvPr>
          <p:cNvSpPr txBox="1"/>
          <p:nvPr/>
        </p:nvSpPr>
        <p:spPr>
          <a:xfrm>
            <a:off x="8472790" y="5882289"/>
            <a:ext cx="3610708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200" b="1" spc="-70" dirty="0">
                <a:latin typeface="+mj-ea"/>
                <a:ea typeface="+mj-ea"/>
              </a:rPr>
              <a:t>Command Flow (Client → Processing → Device)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1BFD590A-304A-EBAF-89D9-EEC168DB2A67}"/>
              </a:ext>
            </a:extLst>
          </p:cNvPr>
          <p:cNvCxnSpPr>
            <a:cxnSpLocks/>
          </p:cNvCxnSpPr>
          <p:nvPr/>
        </p:nvCxnSpPr>
        <p:spPr>
          <a:xfrm flipH="1">
            <a:off x="8042698" y="5776800"/>
            <a:ext cx="403200" cy="0"/>
          </a:xfrm>
          <a:prstGeom prst="straightConnector1">
            <a:avLst/>
          </a:prstGeom>
          <a:ln w="158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3FEDF52-67A9-1627-56C4-99893E859D89}"/>
              </a:ext>
            </a:extLst>
          </p:cNvPr>
          <p:cNvSpPr txBox="1"/>
          <p:nvPr/>
        </p:nvSpPr>
        <p:spPr>
          <a:xfrm>
            <a:off x="8482315" y="5653689"/>
            <a:ext cx="3610708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200" b="1" spc="-70" dirty="0">
                <a:latin typeface="+mj-ea"/>
                <a:ea typeface="+mj-ea"/>
              </a:rPr>
              <a:t>Data Flow (Device → Processing → Client)</a:t>
            </a:r>
          </a:p>
        </p:txBody>
      </p:sp>
      <p:cxnSp>
        <p:nvCxnSpPr>
          <p:cNvPr id="63" name="연결선: 꺾임 62">
            <a:extLst>
              <a:ext uri="{FF2B5EF4-FFF2-40B4-BE49-F238E27FC236}">
                <a16:creationId xmlns:a16="http://schemas.microsoft.com/office/drawing/2014/main" id="{6383AFEB-429C-2AD7-B83D-B15E68917131}"/>
              </a:ext>
            </a:extLst>
          </p:cNvPr>
          <p:cNvCxnSpPr>
            <a:cxnSpLocks/>
          </p:cNvCxnSpPr>
          <p:nvPr/>
        </p:nvCxnSpPr>
        <p:spPr>
          <a:xfrm rot="10800000" flipV="1">
            <a:off x="9293032" y="3390900"/>
            <a:ext cx="1772571" cy="1096010"/>
          </a:xfrm>
          <a:prstGeom prst="bentConnector3">
            <a:avLst>
              <a:gd name="adj1" fmla="val 26"/>
            </a:avLst>
          </a:prstGeom>
          <a:ln w="158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8C3206CA-684B-54C5-B8E3-EF868C6B9519}"/>
              </a:ext>
            </a:extLst>
          </p:cNvPr>
          <p:cNvCxnSpPr>
            <a:cxnSpLocks/>
          </p:cNvCxnSpPr>
          <p:nvPr/>
        </p:nvCxnSpPr>
        <p:spPr>
          <a:xfrm flipH="1">
            <a:off x="8060116" y="6212835"/>
            <a:ext cx="403200" cy="0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A9E840DC-436F-18BB-B615-EA955334138B}"/>
              </a:ext>
            </a:extLst>
          </p:cNvPr>
          <p:cNvSpPr txBox="1"/>
          <p:nvPr/>
        </p:nvSpPr>
        <p:spPr>
          <a:xfrm>
            <a:off x="8507626" y="6119665"/>
            <a:ext cx="3610708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200" b="1" spc="-70" dirty="0">
                <a:latin typeface="+mj-ea"/>
                <a:ea typeface="+mj-ea"/>
              </a:rPr>
              <a:t>API Interface (</a:t>
            </a:r>
            <a:r>
              <a:rPr lang="ko-KR" altLang="en-US" sz="1200" b="1" spc="-70" dirty="0">
                <a:latin typeface="+mj-ea"/>
                <a:ea typeface="+mj-ea"/>
              </a:rPr>
              <a:t>서비스 연동 및 데이터 접근 경로</a:t>
            </a:r>
            <a:r>
              <a:rPr lang="en-US" altLang="ko-KR" sz="1200" b="1" spc="-70" dirty="0">
                <a:latin typeface="+mj-ea"/>
                <a:ea typeface="+mj-ea"/>
              </a:rPr>
              <a:t>)</a:t>
            </a: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334248D8-62D3-C2F3-EC4E-5E4FF86578A5}"/>
              </a:ext>
            </a:extLst>
          </p:cNvPr>
          <p:cNvCxnSpPr>
            <a:stCxn id="15" idx="1"/>
          </p:cNvCxnSpPr>
          <p:nvPr/>
        </p:nvCxnSpPr>
        <p:spPr>
          <a:xfrm flipH="1">
            <a:off x="6676302" y="4609090"/>
            <a:ext cx="1839578" cy="10535"/>
          </a:xfrm>
          <a:prstGeom prst="straightConnector1">
            <a:avLst/>
          </a:prstGeom>
          <a:ln w="158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DF0F0852-DCA4-E1BA-E2A0-DA9B816A89C5}"/>
              </a:ext>
            </a:extLst>
          </p:cNvPr>
          <p:cNvCxnSpPr>
            <a:endCxn id="16" idx="3"/>
          </p:cNvCxnSpPr>
          <p:nvPr/>
        </p:nvCxnSpPr>
        <p:spPr>
          <a:xfrm rot="10800000">
            <a:off x="6759381" y="1355946"/>
            <a:ext cx="2085475" cy="834191"/>
          </a:xfrm>
          <a:prstGeom prst="bentConnector3">
            <a:avLst>
              <a:gd name="adj1" fmla="val -64"/>
            </a:avLst>
          </a:prstGeom>
          <a:ln w="15875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>
            <a:extLst>
              <a:ext uri="{FF2B5EF4-FFF2-40B4-BE49-F238E27FC236}">
                <a16:creationId xmlns:a16="http://schemas.microsoft.com/office/drawing/2014/main" id="{9E2E95D6-E3C2-592D-14FC-4A04196FBDA2}"/>
              </a:ext>
            </a:extLst>
          </p:cNvPr>
          <p:cNvCxnSpPr>
            <a:cxnSpLocks/>
          </p:cNvCxnSpPr>
          <p:nvPr/>
        </p:nvCxnSpPr>
        <p:spPr>
          <a:xfrm>
            <a:off x="2412274" y="2533650"/>
            <a:ext cx="1036325" cy="0"/>
          </a:xfrm>
          <a:prstGeom prst="straightConnector1">
            <a:avLst/>
          </a:prstGeom>
          <a:ln w="158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3612312B-AB61-4C40-42D9-4B56790C952E}"/>
              </a:ext>
            </a:extLst>
          </p:cNvPr>
          <p:cNvCxnSpPr>
            <a:cxnSpLocks/>
          </p:cNvCxnSpPr>
          <p:nvPr/>
        </p:nvCxnSpPr>
        <p:spPr>
          <a:xfrm flipH="1">
            <a:off x="2412274" y="2825888"/>
            <a:ext cx="1027616" cy="0"/>
          </a:xfrm>
          <a:prstGeom prst="straightConnector1">
            <a:avLst/>
          </a:prstGeom>
          <a:ln w="158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BA2A80D9-FD29-DED4-4549-5614901FD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64822" y="1125897"/>
            <a:ext cx="1325807" cy="5356029"/>
          </a:xfrm>
          <a:prstGeom prst="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20" name="TextBox 26">
            <a:extLst>
              <a:ext uri="{FF2B5EF4-FFF2-40B4-BE49-F238E27FC236}">
                <a16:creationId xmlns:a16="http://schemas.microsoft.com/office/drawing/2014/main" id="{C3A1214A-5132-8099-7432-055AF591FC48}"/>
              </a:ext>
            </a:extLst>
          </p:cNvPr>
          <p:cNvSpPr txBox="1"/>
          <p:nvPr/>
        </p:nvSpPr>
        <p:spPr>
          <a:xfrm>
            <a:off x="821192" y="814622"/>
            <a:ext cx="1880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>
                <a:latin typeface="+mn-ea"/>
              </a:rPr>
              <a:t>Medical Devices</a:t>
            </a:r>
          </a:p>
        </p:txBody>
      </p:sp>
      <p:pic>
        <p:nvPicPr>
          <p:cNvPr id="4" name="Graphic 77" descr="Server resource icon for the General Icons category.">
            <a:extLst>
              <a:ext uri="{FF2B5EF4-FFF2-40B4-BE49-F238E27FC236}">
                <a16:creationId xmlns:a16="http://schemas.microsoft.com/office/drawing/2014/main" id="{7E3DBA65-F2DD-BD40-BCE8-433A723A8E4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61847" y="967277"/>
            <a:ext cx="720000" cy="7200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5DB7153-9D79-5848-F36E-E0F8C5925BB8}"/>
              </a:ext>
            </a:extLst>
          </p:cNvPr>
          <p:cNvSpPr txBox="1"/>
          <p:nvPr/>
        </p:nvSpPr>
        <p:spPr>
          <a:xfrm>
            <a:off x="10228301" y="1671392"/>
            <a:ext cx="1759328" cy="43088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600" b="1" spc="-70" dirty="0">
                <a:latin typeface="+mn-ea"/>
              </a:rPr>
              <a:t>External</a:t>
            </a:r>
            <a:r>
              <a:rPr lang="ko-KR" altLang="en-US" sz="1600" b="1" spc="-70" dirty="0">
                <a:latin typeface="+mn-ea"/>
              </a:rPr>
              <a:t> </a:t>
            </a:r>
            <a:r>
              <a:rPr lang="en-US" altLang="ko-KR" sz="1600" b="1" spc="-70" dirty="0">
                <a:latin typeface="+mn-ea"/>
              </a:rPr>
              <a:t>HL7 Server</a:t>
            </a:r>
          </a:p>
          <a:p>
            <a:endParaRPr lang="en-US" altLang="ko-KR" sz="1200" b="1" spc="-70" dirty="0">
              <a:latin typeface="+mj-ea"/>
              <a:ea typeface="+mj-ea"/>
            </a:endParaRP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609710B2-1520-6F92-2617-03786E04407D}"/>
              </a:ext>
            </a:extLst>
          </p:cNvPr>
          <p:cNvCxnSpPr>
            <a:endCxn id="4" idx="1"/>
          </p:cNvCxnSpPr>
          <p:nvPr/>
        </p:nvCxnSpPr>
        <p:spPr>
          <a:xfrm flipV="1">
            <a:off x="9017727" y="1327277"/>
            <a:ext cx="1744120" cy="981558"/>
          </a:xfrm>
          <a:prstGeom prst="bentConnector3">
            <a:avLst>
              <a:gd name="adj1" fmla="val 168"/>
            </a:avLst>
          </a:prstGeom>
          <a:ln w="15875"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phic 16" descr="Data stream resource icon for the General Icons category.">
            <a:extLst>
              <a:ext uri="{FF2B5EF4-FFF2-40B4-BE49-F238E27FC236}">
                <a16:creationId xmlns:a16="http://schemas.microsoft.com/office/drawing/2014/main" id="{12986287-406E-A6E2-8416-0ED24A7D4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8429115" y="2308835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4735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00757-F27A-9017-CFE1-C0C4F3103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B7782C1-3F61-945E-D4F6-346ED057DB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Data Flow</a:t>
            </a:r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1B41474-5294-A766-119C-9F7ACEAA2153}"/>
              </a:ext>
            </a:extLst>
          </p:cNvPr>
          <p:cNvSpPr/>
          <p:nvPr/>
        </p:nvSpPr>
        <p:spPr>
          <a:xfrm>
            <a:off x="2211633" y="671815"/>
            <a:ext cx="8399026" cy="423232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MEDIANA CMS2 UI </a:t>
            </a:r>
            <a:endParaRPr lang="en-US" altLang="ko-KR" sz="1200" b="1" spc="-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73CBE41-8A56-E2F6-1F85-DD4816D98EBC}"/>
              </a:ext>
            </a:extLst>
          </p:cNvPr>
          <p:cNvSpPr/>
          <p:nvPr/>
        </p:nvSpPr>
        <p:spPr>
          <a:xfrm>
            <a:off x="2211633" y="4285082"/>
            <a:ext cx="4672743" cy="1431405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endParaRPr lang="en-US" altLang="ko-KR" sz="1400" b="1" spc="-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B087F9E-FD14-89F6-AB2D-D65E504A497C}"/>
              </a:ext>
            </a:extLst>
          </p:cNvPr>
          <p:cNvSpPr/>
          <p:nvPr/>
        </p:nvSpPr>
        <p:spPr>
          <a:xfrm>
            <a:off x="2516985" y="4583266"/>
            <a:ext cx="4072433" cy="291128"/>
          </a:xfrm>
          <a:prstGeom prst="roundRect">
            <a:avLst/>
          </a:prstGeom>
          <a:solidFill>
            <a:schemeClr val="bg1">
              <a:lumMod val="7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Device Interface</a:t>
            </a:r>
            <a:endParaRPr lang="en-US" altLang="ko-KR" sz="1200" b="1" spc="-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69202EC-3966-0E77-E44B-D1D5064286D5}"/>
              </a:ext>
            </a:extLst>
          </p:cNvPr>
          <p:cNvSpPr/>
          <p:nvPr/>
        </p:nvSpPr>
        <p:spPr>
          <a:xfrm>
            <a:off x="2516987" y="4925250"/>
            <a:ext cx="4072432" cy="291128"/>
          </a:xfrm>
          <a:prstGeom prst="roundRect">
            <a:avLst/>
          </a:prstGeom>
          <a:solidFill>
            <a:schemeClr val="bg1">
              <a:lumMod val="7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Parsing &amp; Normalization(Binary → Avro)</a:t>
            </a:r>
            <a:endParaRPr lang="en-US" altLang="ko-KR" sz="1200" b="1" spc="-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2D8641F-86B3-E060-DC09-7153B0087C56}"/>
              </a:ext>
            </a:extLst>
          </p:cNvPr>
          <p:cNvSpPr/>
          <p:nvPr/>
        </p:nvSpPr>
        <p:spPr>
          <a:xfrm>
            <a:off x="2516986" y="5267235"/>
            <a:ext cx="4072432" cy="291128"/>
          </a:xfrm>
          <a:prstGeom prst="roundRect">
            <a:avLst/>
          </a:prstGeom>
          <a:solidFill>
            <a:schemeClr val="bg1">
              <a:lumMod val="7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70" dirty="0">
                <a:solidFill>
                  <a:schemeClr val="tx1"/>
                </a:solidFill>
                <a:latin typeface="+mn-ea"/>
              </a:rPr>
              <a:t>Command Interface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49B043-2483-C60D-0AC1-F417D6D449CA}"/>
              </a:ext>
            </a:extLst>
          </p:cNvPr>
          <p:cNvSpPr txBox="1"/>
          <p:nvPr/>
        </p:nvSpPr>
        <p:spPr>
          <a:xfrm>
            <a:off x="4052490" y="4326452"/>
            <a:ext cx="860813" cy="215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400" b="1" spc="-70" dirty="0">
                <a:latin typeface="+mj-ea"/>
                <a:ea typeface="+mj-ea"/>
              </a:rPr>
              <a:t>INGESTOR </a:t>
            </a:r>
            <a:endParaRPr lang="ko-KR" altLang="en-US" sz="1400" b="1" spc="-70" dirty="0">
              <a:latin typeface="+mj-ea"/>
              <a:ea typeface="+mj-ea"/>
            </a:endParaRP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ECFBD4F7-B60E-6A8E-5604-2BD5D95A1732}"/>
              </a:ext>
            </a:extLst>
          </p:cNvPr>
          <p:cNvGrpSpPr/>
          <p:nvPr/>
        </p:nvGrpSpPr>
        <p:grpSpPr>
          <a:xfrm>
            <a:off x="2211633" y="1566391"/>
            <a:ext cx="4672744" cy="1431405"/>
            <a:chOff x="1962658" y="2387628"/>
            <a:chExt cx="3700308" cy="1431405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FDDEFC3D-E88F-24DF-76FF-E323E06BFC6D}"/>
                </a:ext>
              </a:extLst>
            </p:cNvPr>
            <p:cNvSpPr/>
            <p:nvPr/>
          </p:nvSpPr>
          <p:spPr>
            <a:xfrm>
              <a:off x="1962658" y="2387628"/>
              <a:ext cx="3700308" cy="1431405"/>
            </a:xfrm>
            <a:prstGeom prst="roundRect">
              <a:avLst/>
            </a:prstGeom>
            <a:solidFill>
              <a:schemeClr val="bg1">
                <a:lumMod val="85000"/>
                <a:alpha val="5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b="1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endParaRPr lang="en-US" altLang="ko-KR" sz="1400" b="1" spc="-7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21E5FDC3-7066-7F5F-17C6-CE4DE274D8B8}"/>
                </a:ext>
              </a:extLst>
            </p:cNvPr>
            <p:cNvSpPr/>
            <p:nvPr/>
          </p:nvSpPr>
          <p:spPr>
            <a:xfrm>
              <a:off x="2195310" y="2685813"/>
              <a:ext cx="3235005" cy="291128"/>
            </a:xfrm>
            <a:prstGeom prst="roundRect">
              <a:avLst/>
            </a:prstGeom>
            <a:solidFill>
              <a:schemeClr val="bg1">
                <a:lumMod val="75000"/>
                <a:alpha val="5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b="1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Stomp Streaming</a:t>
              </a:r>
              <a:endParaRPr lang="en-US" altLang="ko-KR" sz="1200" b="1" spc="-7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8BF29EFC-C231-7084-6EA5-E0E67AA26880}"/>
                </a:ext>
              </a:extLst>
            </p:cNvPr>
            <p:cNvSpPr/>
            <p:nvPr/>
          </p:nvSpPr>
          <p:spPr>
            <a:xfrm>
              <a:off x="2195311" y="3027797"/>
              <a:ext cx="3235006" cy="291128"/>
            </a:xfrm>
            <a:prstGeom prst="roundRect">
              <a:avLst/>
            </a:prstGeom>
            <a:solidFill>
              <a:schemeClr val="bg1">
                <a:lumMod val="75000"/>
                <a:alpha val="5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b="1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Analytics</a:t>
              </a:r>
              <a:endParaRPr lang="en-US" altLang="ko-KR" sz="1200" b="1" spc="-7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C9228CC9-F2CF-B281-9EF1-363D1351459F}"/>
                </a:ext>
              </a:extLst>
            </p:cNvPr>
            <p:cNvSpPr/>
            <p:nvPr/>
          </p:nvSpPr>
          <p:spPr>
            <a:xfrm>
              <a:off x="2195310" y="3369781"/>
              <a:ext cx="3235006" cy="291128"/>
            </a:xfrm>
            <a:prstGeom prst="roundRect">
              <a:avLst/>
            </a:prstGeom>
            <a:solidFill>
              <a:schemeClr val="bg1">
                <a:lumMod val="75000"/>
                <a:alpha val="5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b="1" spc="-70" dirty="0">
                  <a:solidFill>
                    <a:schemeClr val="tx1"/>
                  </a:solidFill>
                  <a:latin typeface="+mn-ea"/>
                </a:rPr>
                <a:t>Data Classification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F94DEE2-B6B5-6EBC-AC0E-2EDCD87BCDEE}"/>
                </a:ext>
              </a:extLst>
            </p:cNvPr>
            <p:cNvSpPr txBox="1"/>
            <p:nvPr/>
          </p:nvSpPr>
          <p:spPr>
            <a:xfrm>
              <a:off x="3288788" y="2421418"/>
              <a:ext cx="404936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en-US" altLang="ko-KR" sz="1400" b="1" spc="-70" dirty="0">
                  <a:latin typeface="+mj-ea"/>
                  <a:ea typeface="+mj-ea"/>
                </a:rPr>
                <a:t>TRANSFORMER</a:t>
              </a:r>
              <a:endParaRPr lang="ko-KR" altLang="en-US" sz="1400" b="1" spc="-70" dirty="0">
                <a:latin typeface="+mj-ea"/>
                <a:ea typeface="+mj-ea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CF62D17-5CB5-5A22-E228-E20375A91BE3}"/>
              </a:ext>
            </a:extLst>
          </p:cNvPr>
          <p:cNvGrpSpPr/>
          <p:nvPr/>
        </p:nvGrpSpPr>
        <p:grpSpPr>
          <a:xfrm>
            <a:off x="7858712" y="1566390"/>
            <a:ext cx="2705972" cy="1431405"/>
            <a:chOff x="544467" y="2963174"/>
            <a:chExt cx="4132052" cy="2695959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F4A49A1D-F50C-BBEB-3A11-1135610534F8}"/>
                </a:ext>
              </a:extLst>
            </p:cNvPr>
            <p:cNvSpPr/>
            <p:nvPr/>
          </p:nvSpPr>
          <p:spPr>
            <a:xfrm>
              <a:off x="544467" y="2963174"/>
              <a:ext cx="4132052" cy="2695959"/>
            </a:xfrm>
            <a:prstGeom prst="roundRect">
              <a:avLst/>
            </a:prstGeom>
            <a:solidFill>
              <a:schemeClr val="bg1">
                <a:lumMod val="85000"/>
                <a:alpha val="5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b="1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endParaRPr lang="en-US" altLang="ko-KR" sz="1400" b="1" spc="-7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969DC23E-16DB-5C02-863A-3681EDD85963}"/>
                </a:ext>
              </a:extLst>
            </p:cNvPr>
            <p:cNvSpPr/>
            <p:nvPr/>
          </p:nvSpPr>
          <p:spPr>
            <a:xfrm>
              <a:off x="804264" y="3524786"/>
              <a:ext cx="3612459" cy="548320"/>
            </a:xfrm>
            <a:prstGeom prst="roundRect">
              <a:avLst/>
            </a:prstGeom>
            <a:solidFill>
              <a:schemeClr val="bg1">
                <a:lumMod val="75000"/>
                <a:alpha val="5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b="1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Restful API</a:t>
              </a:r>
              <a:endParaRPr lang="en-US" altLang="ko-KR" sz="1200" b="1" spc="-7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48DF6EE8-3DEA-E0D0-ABAD-E9CFB33E1BE6}"/>
                </a:ext>
              </a:extLst>
            </p:cNvPr>
            <p:cNvSpPr/>
            <p:nvPr/>
          </p:nvSpPr>
          <p:spPr>
            <a:xfrm>
              <a:off x="804265" y="4168891"/>
              <a:ext cx="3612460" cy="548320"/>
            </a:xfrm>
            <a:prstGeom prst="roundRect">
              <a:avLst/>
            </a:prstGeom>
            <a:solidFill>
              <a:schemeClr val="bg1">
                <a:lumMod val="75000"/>
                <a:alpha val="5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b="1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Command API</a:t>
              </a:r>
              <a:endParaRPr lang="en-US" altLang="ko-KR" sz="1200" b="1" spc="-7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3D2F1C6D-4741-A493-BB9E-959E10CE6FE6}"/>
                </a:ext>
              </a:extLst>
            </p:cNvPr>
            <p:cNvSpPr/>
            <p:nvPr/>
          </p:nvSpPr>
          <p:spPr>
            <a:xfrm>
              <a:off x="804264" y="4812996"/>
              <a:ext cx="3612460" cy="548320"/>
            </a:xfrm>
            <a:prstGeom prst="roundRect">
              <a:avLst/>
            </a:prstGeom>
            <a:solidFill>
              <a:schemeClr val="bg1">
                <a:lumMod val="75000"/>
                <a:alpha val="5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b="1" spc="-70" dirty="0">
                  <a:solidFill>
                    <a:schemeClr val="tx1"/>
                  </a:solidFill>
                  <a:latin typeface="+mn-ea"/>
                </a:rPr>
                <a:t>Analytics API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CB0017A-A0F1-B757-65E0-F9558B9E1F5F}"/>
                </a:ext>
              </a:extLst>
            </p:cNvPr>
            <p:cNvSpPr txBox="1"/>
            <p:nvPr/>
          </p:nvSpPr>
          <p:spPr>
            <a:xfrm>
              <a:off x="2471481" y="3011507"/>
              <a:ext cx="97932" cy="405775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en-US" altLang="ko-KR" sz="1400" b="1" spc="-70" dirty="0">
                  <a:latin typeface="+mj-ea"/>
                  <a:ea typeface="+mj-ea"/>
                </a:rPr>
                <a:t>API</a:t>
              </a:r>
              <a:endParaRPr lang="ko-KR" altLang="en-US" sz="1400" b="1" spc="-70" dirty="0">
                <a:latin typeface="+mj-ea"/>
                <a:ea typeface="+mj-ea"/>
              </a:endParaRPr>
            </a:p>
          </p:txBody>
        </p:sp>
      </p:grp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A2CB2679-9903-3780-0BE9-83B0BC368A64}"/>
              </a:ext>
            </a:extLst>
          </p:cNvPr>
          <p:cNvSpPr/>
          <p:nvPr/>
        </p:nvSpPr>
        <p:spPr>
          <a:xfrm>
            <a:off x="2211634" y="3490319"/>
            <a:ext cx="4672744" cy="291128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70" dirty="0">
                <a:solidFill>
                  <a:schemeClr val="tx1"/>
                </a:solidFill>
                <a:latin typeface="+mn-ea"/>
              </a:rPr>
              <a:t>ActiveMQ Artemis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709D5F87-45AA-E70D-106A-30971EB508C4}"/>
              </a:ext>
            </a:extLst>
          </p:cNvPr>
          <p:cNvSpPr/>
          <p:nvPr/>
        </p:nvSpPr>
        <p:spPr>
          <a:xfrm>
            <a:off x="427895" y="6155593"/>
            <a:ext cx="10311895" cy="423232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MEDIANA DEVICES</a:t>
            </a:r>
            <a:endParaRPr lang="en-US" altLang="ko-KR" sz="1200" b="1" spc="-7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EA073651-90B7-CDC6-5F2A-836795FC7B8E}"/>
              </a:ext>
            </a:extLst>
          </p:cNvPr>
          <p:cNvCxnSpPr>
            <a:cxnSpLocks/>
          </p:cNvCxnSpPr>
          <p:nvPr/>
        </p:nvCxnSpPr>
        <p:spPr>
          <a:xfrm flipV="1">
            <a:off x="3874347" y="5716487"/>
            <a:ext cx="0" cy="429332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E87B4AAA-10CD-BC9D-D86E-1C45CE1D7F24}"/>
              </a:ext>
            </a:extLst>
          </p:cNvPr>
          <p:cNvCxnSpPr>
            <a:cxnSpLocks/>
          </p:cNvCxnSpPr>
          <p:nvPr/>
        </p:nvCxnSpPr>
        <p:spPr>
          <a:xfrm flipV="1">
            <a:off x="3874347" y="3787221"/>
            <a:ext cx="0" cy="472265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A1945C15-27D0-078F-9222-35D93535FC19}"/>
              </a:ext>
            </a:extLst>
          </p:cNvPr>
          <p:cNvCxnSpPr>
            <a:cxnSpLocks/>
          </p:cNvCxnSpPr>
          <p:nvPr/>
        </p:nvCxnSpPr>
        <p:spPr>
          <a:xfrm flipV="1">
            <a:off x="3874347" y="2997795"/>
            <a:ext cx="0" cy="472265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64006164-3B0A-2142-E586-C791A98BB195}"/>
              </a:ext>
            </a:extLst>
          </p:cNvPr>
          <p:cNvCxnSpPr>
            <a:cxnSpLocks/>
          </p:cNvCxnSpPr>
          <p:nvPr/>
        </p:nvCxnSpPr>
        <p:spPr>
          <a:xfrm flipV="1">
            <a:off x="4576944" y="1102917"/>
            <a:ext cx="0" cy="472265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1DF6FD5B-26A1-A9B9-B171-66994C396209}"/>
              </a:ext>
            </a:extLst>
          </p:cNvPr>
          <p:cNvCxnSpPr/>
          <p:nvPr/>
        </p:nvCxnSpPr>
        <p:spPr>
          <a:xfrm>
            <a:off x="9171675" y="1095047"/>
            <a:ext cx="0" cy="471344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6C5897B1-D76F-EE91-96A6-72BD313F2B67}"/>
              </a:ext>
            </a:extLst>
          </p:cNvPr>
          <p:cNvSpPr/>
          <p:nvPr/>
        </p:nvSpPr>
        <p:spPr>
          <a:xfrm>
            <a:off x="7790753" y="3506422"/>
            <a:ext cx="2838015" cy="423231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70" dirty="0">
                <a:solidFill>
                  <a:schemeClr val="tx1"/>
                </a:solidFill>
                <a:latin typeface="+mn-ea"/>
              </a:rPr>
              <a:t>OLTP </a:t>
            </a:r>
            <a:r>
              <a:rPr lang="en-US" altLang="ko-KR" sz="1200" b="1" spc="-70" dirty="0">
                <a:solidFill>
                  <a:schemeClr val="tx1"/>
                </a:solidFill>
                <a:latin typeface="+mj-ea"/>
              </a:rPr>
              <a:t>Operational </a:t>
            </a:r>
            <a:r>
              <a:rPr lang="en-US" altLang="ko-KR" sz="1200" b="1" spc="-70" dirty="0">
                <a:solidFill>
                  <a:schemeClr val="tx1"/>
                </a:solidFill>
                <a:latin typeface="+mn-ea"/>
              </a:rPr>
              <a:t>Database (PostgreSQL)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36D28616-7B79-1E1C-4899-6002A7EC0439}"/>
              </a:ext>
            </a:extLst>
          </p:cNvPr>
          <p:cNvSpPr/>
          <p:nvPr/>
        </p:nvSpPr>
        <p:spPr>
          <a:xfrm>
            <a:off x="375898" y="3060578"/>
            <a:ext cx="1615862" cy="735896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70" dirty="0">
                <a:solidFill>
                  <a:schemeClr val="tx1"/>
                </a:solidFill>
                <a:latin typeface="+mn-ea"/>
              </a:rPr>
              <a:t>OLAP </a:t>
            </a:r>
            <a:r>
              <a:rPr lang="en-US" altLang="ko-KR" sz="1200" b="1" spc="-70" dirty="0">
                <a:solidFill>
                  <a:schemeClr val="tx1"/>
                </a:solidFill>
                <a:latin typeface="+mj-ea"/>
              </a:rPr>
              <a:t>Analytical </a:t>
            </a:r>
            <a:r>
              <a:rPr lang="en-US" altLang="ko-KR" sz="1200" b="1" spc="-70" dirty="0">
                <a:solidFill>
                  <a:schemeClr val="tx1"/>
                </a:solidFill>
                <a:latin typeface="+mn-ea"/>
              </a:rPr>
              <a:t>Database (ClickHouse)</a:t>
            </a:r>
          </a:p>
        </p:txBody>
      </p:sp>
      <p:cxnSp>
        <p:nvCxnSpPr>
          <p:cNvPr id="128" name="연결선: 꺾임 127">
            <a:extLst>
              <a:ext uri="{FF2B5EF4-FFF2-40B4-BE49-F238E27FC236}">
                <a16:creationId xmlns:a16="http://schemas.microsoft.com/office/drawing/2014/main" id="{5003C107-3025-8749-3704-5513E364C14D}"/>
              </a:ext>
            </a:extLst>
          </p:cNvPr>
          <p:cNvCxnSpPr>
            <a:cxnSpLocks/>
            <a:stCxn id="45" idx="1"/>
            <a:endCxn id="116" idx="0"/>
          </p:cNvCxnSpPr>
          <p:nvPr/>
        </p:nvCxnSpPr>
        <p:spPr>
          <a:xfrm rot="10800000" flipV="1">
            <a:off x="1183829" y="2282094"/>
            <a:ext cx="1027804" cy="778484"/>
          </a:xfrm>
          <a:prstGeom prst="bentConnector2">
            <a:avLst/>
          </a:prstGeom>
          <a:ln w="15875">
            <a:solidFill>
              <a:schemeClr val="bg1">
                <a:lumMod val="6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화살표 연결선 129">
            <a:extLst>
              <a:ext uri="{FF2B5EF4-FFF2-40B4-BE49-F238E27FC236}">
                <a16:creationId xmlns:a16="http://schemas.microsoft.com/office/drawing/2014/main" id="{1F6303B4-D2F0-DA48-1D7E-46CFC9A3A0BA}"/>
              </a:ext>
            </a:extLst>
          </p:cNvPr>
          <p:cNvCxnSpPr>
            <a:cxnSpLocks/>
            <a:stCxn id="51" idx="2"/>
            <a:endCxn id="115" idx="0"/>
          </p:cNvCxnSpPr>
          <p:nvPr/>
        </p:nvCxnSpPr>
        <p:spPr>
          <a:xfrm flipH="1">
            <a:off x="9209761" y="2997795"/>
            <a:ext cx="1937" cy="508627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590ACC19-212C-A42F-7EB9-E64CAAE41169}"/>
              </a:ext>
            </a:extLst>
          </p:cNvPr>
          <p:cNvCxnSpPr/>
          <p:nvPr/>
        </p:nvCxnSpPr>
        <p:spPr>
          <a:xfrm>
            <a:off x="5251938" y="2994067"/>
            <a:ext cx="0" cy="471344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31C0EEAD-EF26-AC3F-3A37-7B83C744A309}"/>
              </a:ext>
            </a:extLst>
          </p:cNvPr>
          <p:cNvCxnSpPr/>
          <p:nvPr/>
        </p:nvCxnSpPr>
        <p:spPr>
          <a:xfrm>
            <a:off x="5251938" y="3796474"/>
            <a:ext cx="0" cy="471344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37A2CCD5-1546-AA83-AF48-56F085F82049}"/>
              </a:ext>
            </a:extLst>
          </p:cNvPr>
          <p:cNvCxnSpPr>
            <a:cxnSpLocks/>
          </p:cNvCxnSpPr>
          <p:nvPr/>
        </p:nvCxnSpPr>
        <p:spPr>
          <a:xfrm>
            <a:off x="5240214" y="5716487"/>
            <a:ext cx="0" cy="427384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>
            <a:extLst>
              <a:ext uri="{FF2B5EF4-FFF2-40B4-BE49-F238E27FC236}">
                <a16:creationId xmlns:a16="http://schemas.microsoft.com/office/drawing/2014/main" id="{D3D1C6DE-8BC8-1490-247B-12A8180F3BB8}"/>
              </a:ext>
            </a:extLst>
          </p:cNvPr>
          <p:cNvSpPr txBox="1"/>
          <p:nvPr/>
        </p:nvSpPr>
        <p:spPr>
          <a:xfrm>
            <a:off x="5362674" y="5815776"/>
            <a:ext cx="636713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050" b="1" spc="-70" dirty="0">
                <a:latin typeface="+mj-ea"/>
                <a:ea typeface="+mj-ea"/>
              </a:rPr>
              <a:t>Command </a:t>
            </a:r>
            <a:endParaRPr lang="ko-KR" altLang="en-US" sz="1050" b="1" spc="-70" dirty="0">
              <a:latin typeface="+mj-ea"/>
              <a:ea typeface="+mj-ea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CBB7300-2FA8-3520-0730-3BDD4CDFD1A5}"/>
              </a:ext>
            </a:extLst>
          </p:cNvPr>
          <p:cNvSpPr txBox="1"/>
          <p:nvPr/>
        </p:nvSpPr>
        <p:spPr>
          <a:xfrm>
            <a:off x="2750641" y="5845802"/>
            <a:ext cx="1003160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050" b="1" spc="-70" dirty="0">
                <a:latin typeface="+mj-ea"/>
                <a:ea typeface="+mj-ea"/>
              </a:rPr>
              <a:t>Binary Data / TCP</a:t>
            </a:r>
            <a:endParaRPr lang="ko-KR" altLang="en-US" sz="1050" b="1" spc="-70" dirty="0">
              <a:latin typeface="+mj-ea"/>
              <a:ea typeface="+mj-ea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5FD70520-29E8-8A33-74C2-7282D383C6CC}"/>
              </a:ext>
            </a:extLst>
          </p:cNvPr>
          <p:cNvSpPr txBox="1"/>
          <p:nvPr/>
        </p:nvSpPr>
        <p:spPr>
          <a:xfrm>
            <a:off x="4683353" y="1250314"/>
            <a:ext cx="1145185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050" b="1" spc="-70" dirty="0">
                <a:latin typeface="+mj-ea"/>
                <a:ea typeface="+mj-ea"/>
              </a:rPr>
              <a:t>STOMP/WebSocket</a:t>
            </a:r>
            <a:endParaRPr lang="ko-KR" altLang="en-US" sz="1050" b="1" spc="-70" dirty="0">
              <a:latin typeface="+mj-ea"/>
              <a:ea typeface="+mj-ea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DB24961-2843-2E64-A7CC-B8982062DB27}"/>
              </a:ext>
            </a:extLst>
          </p:cNvPr>
          <p:cNvSpPr txBox="1"/>
          <p:nvPr/>
        </p:nvSpPr>
        <p:spPr>
          <a:xfrm>
            <a:off x="9214717" y="1239786"/>
            <a:ext cx="1432765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050" b="1" spc="-70" dirty="0">
                <a:latin typeface="+mj-ea"/>
                <a:ea typeface="+mj-ea"/>
              </a:rPr>
              <a:t>Rest/Analytics/Command</a:t>
            </a:r>
            <a:endParaRPr lang="ko-KR" altLang="en-US" sz="1050" b="1" spc="-70" dirty="0">
              <a:latin typeface="+mj-ea"/>
              <a:ea typeface="+mj-ea"/>
            </a:endParaRPr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16D8A1E6-32AD-09E4-930C-E5E37D4D27D6}"/>
              </a:ext>
            </a:extLst>
          </p:cNvPr>
          <p:cNvCxnSpPr>
            <a:stCxn id="45" idx="3"/>
            <a:endCxn id="51" idx="1"/>
          </p:cNvCxnSpPr>
          <p:nvPr/>
        </p:nvCxnSpPr>
        <p:spPr>
          <a:xfrm flipV="1">
            <a:off x="6884377" y="2282093"/>
            <a:ext cx="974335" cy="1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FACBC0B3-FF58-3351-CE9C-A4E665A571A5}"/>
              </a:ext>
            </a:extLst>
          </p:cNvPr>
          <p:cNvSpPr txBox="1"/>
          <p:nvPr/>
        </p:nvSpPr>
        <p:spPr>
          <a:xfrm>
            <a:off x="7054511" y="1916230"/>
            <a:ext cx="647934" cy="32316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050" b="1" spc="-70" dirty="0">
                <a:latin typeface="+mj-ea"/>
                <a:ea typeface="+mj-ea"/>
              </a:rPr>
              <a:t>Analytics</a:t>
            </a:r>
          </a:p>
          <a:p>
            <a:r>
              <a:rPr lang="en-US" altLang="ko-KR" sz="1050" b="1" spc="-70" dirty="0">
                <a:latin typeface="+mj-ea"/>
                <a:ea typeface="+mj-ea"/>
              </a:rPr>
              <a:t>/Command</a:t>
            </a:r>
            <a:endParaRPr lang="ko-KR" altLang="en-US" sz="1050" b="1" spc="-70" dirty="0">
              <a:latin typeface="+mj-ea"/>
              <a:ea typeface="+mj-ea"/>
            </a:endParaRPr>
          </a:p>
        </p:txBody>
      </p: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90E61A2B-B226-4532-483F-FEA7D59B5AFA}"/>
              </a:ext>
            </a:extLst>
          </p:cNvPr>
          <p:cNvSpPr/>
          <p:nvPr/>
        </p:nvSpPr>
        <p:spPr>
          <a:xfrm>
            <a:off x="414211" y="649194"/>
            <a:ext cx="1577552" cy="423232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70" dirty="0">
                <a:solidFill>
                  <a:schemeClr val="tx1"/>
                </a:solidFill>
                <a:latin typeface="+mn-ea"/>
              </a:rPr>
              <a:t>External</a:t>
            </a:r>
            <a:r>
              <a:rPr lang="ko-KR" altLang="en-US" sz="1200" b="1" spc="-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1" spc="-70" dirty="0">
                <a:solidFill>
                  <a:schemeClr val="tx1"/>
                </a:solidFill>
                <a:latin typeface="+mn-ea"/>
              </a:rPr>
              <a:t>HL7 Server</a:t>
            </a:r>
          </a:p>
        </p:txBody>
      </p:sp>
      <p:cxnSp>
        <p:nvCxnSpPr>
          <p:cNvPr id="160" name="연결선: 꺾임 159">
            <a:extLst>
              <a:ext uri="{FF2B5EF4-FFF2-40B4-BE49-F238E27FC236}">
                <a16:creationId xmlns:a16="http://schemas.microsoft.com/office/drawing/2014/main" id="{48E887C7-B8A3-39B7-FA11-88348426980F}"/>
              </a:ext>
            </a:extLst>
          </p:cNvPr>
          <p:cNvCxnSpPr>
            <a:endCxn id="155" idx="2"/>
          </p:cNvCxnSpPr>
          <p:nvPr/>
        </p:nvCxnSpPr>
        <p:spPr>
          <a:xfrm rot="10800000">
            <a:off x="1202988" y="1072427"/>
            <a:ext cx="990067" cy="937443"/>
          </a:xfrm>
          <a:prstGeom prst="bentConnector2">
            <a:avLst/>
          </a:prstGeom>
          <a:ln w="15875">
            <a:solidFill>
              <a:schemeClr val="bg1">
                <a:lumMod val="6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697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EDAC0-7651-8829-0338-CCED94E6C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2FDE88E-AAF1-A356-0FAD-1F86DEB7F1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Data Flow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A106A44-84F4-D69E-1B60-89A76A97C015}"/>
              </a:ext>
            </a:extLst>
          </p:cNvPr>
          <p:cNvSpPr/>
          <p:nvPr/>
        </p:nvSpPr>
        <p:spPr>
          <a:xfrm>
            <a:off x="298764" y="1538047"/>
            <a:ext cx="4672743" cy="2309085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b="1" spc="-8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endParaRPr lang="en-US" altLang="ko-KR" sz="1400" b="1" spc="-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84142D7-9E74-EF31-3A8F-1FEF8E686B25}"/>
              </a:ext>
            </a:extLst>
          </p:cNvPr>
          <p:cNvSpPr/>
          <p:nvPr/>
        </p:nvSpPr>
        <p:spPr>
          <a:xfrm>
            <a:off x="495480" y="1932339"/>
            <a:ext cx="4245890" cy="291128"/>
          </a:xfrm>
          <a:prstGeom prst="roundRect">
            <a:avLst/>
          </a:prstGeom>
          <a:solidFill>
            <a:schemeClr val="bg1">
              <a:lumMod val="7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Device Interface</a:t>
            </a:r>
            <a:endParaRPr lang="en-US" altLang="ko-KR" sz="1200" b="1" spc="-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5CE8EE5-2FD3-A30F-9558-2816647DA6D2}"/>
              </a:ext>
            </a:extLst>
          </p:cNvPr>
          <p:cNvSpPr/>
          <p:nvPr/>
        </p:nvSpPr>
        <p:spPr>
          <a:xfrm>
            <a:off x="495481" y="2274323"/>
            <a:ext cx="4245891" cy="291128"/>
          </a:xfrm>
          <a:prstGeom prst="roundRect">
            <a:avLst/>
          </a:prstGeom>
          <a:solidFill>
            <a:schemeClr val="bg1">
              <a:lumMod val="7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Parsing </a:t>
            </a:r>
            <a:endParaRPr lang="en-US" altLang="ko-KR" sz="1200" b="1" spc="-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BBEB924-BD78-36D1-8D0A-F6B4ECE46460}"/>
              </a:ext>
            </a:extLst>
          </p:cNvPr>
          <p:cNvSpPr/>
          <p:nvPr/>
        </p:nvSpPr>
        <p:spPr>
          <a:xfrm>
            <a:off x="495480" y="2616308"/>
            <a:ext cx="4245891" cy="291128"/>
          </a:xfrm>
          <a:prstGeom prst="roundRect">
            <a:avLst/>
          </a:prstGeom>
          <a:solidFill>
            <a:schemeClr val="bg1">
              <a:lumMod val="7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70" dirty="0">
                <a:solidFill>
                  <a:schemeClr val="tx1"/>
                </a:solidFill>
                <a:latin typeface="+mn-ea"/>
              </a:rPr>
              <a:t>Normalization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F2E5ED-8FBD-7002-1E82-053AE54FC2C2}"/>
              </a:ext>
            </a:extLst>
          </p:cNvPr>
          <p:cNvSpPr txBox="1"/>
          <p:nvPr/>
        </p:nvSpPr>
        <p:spPr>
          <a:xfrm>
            <a:off x="2230890" y="1642888"/>
            <a:ext cx="860813" cy="215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400" b="1" spc="-70" dirty="0">
                <a:latin typeface="+mj-ea"/>
                <a:ea typeface="+mj-ea"/>
              </a:rPr>
              <a:t>INGESTOR </a:t>
            </a:r>
            <a:endParaRPr lang="ko-KR" altLang="en-US" sz="1400" b="1" spc="-70" dirty="0">
              <a:latin typeface="+mj-ea"/>
              <a:ea typeface="+mj-ea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D086E39-2FBA-BF02-5DB3-9CC40BB0B792}"/>
              </a:ext>
            </a:extLst>
          </p:cNvPr>
          <p:cNvSpPr/>
          <p:nvPr/>
        </p:nvSpPr>
        <p:spPr>
          <a:xfrm>
            <a:off x="495480" y="2975362"/>
            <a:ext cx="4245891" cy="291128"/>
          </a:xfrm>
          <a:prstGeom prst="roundRect">
            <a:avLst/>
          </a:prstGeom>
          <a:solidFill>
            <a:schemeClr val="bg1">
              <a:lumMod val="7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70" dirty="0">
                <a:solidFill>
                  <a:schemeClr val="tx1"/>
                </a:solidFill>
                <a:latin typeface="+mn-ea"/>
              </a:rPr>
              <a:t>Command Gateway</a:t>
            </a: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3F3AEE94-C8CF-2BBC-DC7A-D900FBECE471}"/>
              </a:ext>
            </a:extLst>
          </p:cNvPr>
          <p:cNvGrpSpPr/>
          <p:nvPr/>
        </p:nvGrpSpPr>
        <p:grpSpPr>
          <a:xfrm>
            <a:off x="280184" y="5175153"/>
            <a:ext cx="4691323" cy="374621"/>
            <a:chOff x="280184" y="5211367"/>
            <a:chExt cx="4691323" cy="374621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F6BCE1AC-5C59-3A43-FB98-BA0952F6ED2C}"/>
                </a:ext>
              </a:extLst>
            </p:cNvPr>
            <p:cNvSpPr/>
            <p:nvPr/>
          </p:nvSpPr>
          <p:spPr>
            <a:xfrm>
              <a:off x="280184" y="5211367"/>
              <a:ext cx="4691323" cy="374621"/>
            </a:xfrm>
            <a:prstGeom prst="roundRect">
              <a:avLst/>
            </a:prstGeom>
            <a:solidFill>
              <a:schemeClr val="bg1">
                <a:lumMod val="85000"/>
                <a:alpha val="51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b="1" spc="-8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</a:rPr>
                <a:t> </a:t>
              </a:r>
              <a:endParaRPr lang="en-US" altLang="ko-KR" sz="1400" b="1" spc="-7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85C6D2D-01BF-E9D6-3119-F3122102D27B}"/>
                </a:ext>
              </a:extLst>
            </p:cNvPr>
            <p:cNvSpPr txBox="1"/>
            <p:nvPr/>
          </p:nvSpPr>
          <p:spPr>
            <a:xfrm>
              <a:off x="2056641" y="5301444"/>
              <a:ext cx="513386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r>
                <a:rPr lang="en-US" altLang="ko-KR" sz="1400" b="1" spc="-70" dirty="0">
                  <a:latin typeface="+mj-ea"/>
                  <a:ea typeface="+mj-ea"/>
                </a:rPr>
                <a:t>TRANSFORMER</a:t>
              </a:r>
              <a:endParaRPr lang="ko-KR" altLang="en-US" sz="1400" b="1" spc="-70" dirty="0">
                <a:latin typeface="+mj-ea"/>
                <a:ea typeface="+mj-ea"/>
              </a:endParaRPr>
            </a:p>
          </p:txBody>
        </p:sp>
      </p:grp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3CE7CE5-7180-FD55-811C-0C96DA71E497}"/>
              </a:ext>
            </a:extLst>
          </p:cNvPr>
          <p:cNvCxnSpPr/>
          <p:nvPr/>
        </p:nvCxnSpPr>
        <p:spPr>
          <a:xfrm>
            <a:off x="2661297" y="1072619"/>
            <a:ext cx="0" cy="471344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34CCE6C-E2EB-E3D4-0B80-FF650881EA7E}"/>
              </a:ext>
            </a:extLst>
          </p:cNvPr>
          <p:cNvCxnSpPr/>
          <p:nvPr/>
        </p:nvCxnSpPr>
        <p:spPr>
          <a:xfrm>
            <a:off x="2624158" y="4698248"/>
            <a:ext cx="0" cy="471344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A479E83-0AE8-E89D-A873-C4684C461643}"/>
              </a:ext>
            </a:extLst>
          </p:cNvPr>
          <p:cNvSpPr txBox="1"/>
          <p:nvPr/>
        </p:nvSpPr>
        <p:spPr>
          <a:xfrm>
            <a:off x="5523407" y="1997111"/>
            <a:ext cx="1441420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050" b="1" spc="-70" dirty="0">
                <a:latin typeface="+mj-ea"/>
                <a:ea typeface="+mj-ea"/>
              </a:rPr>
              <a:t>TCP/IP </a:t>
            </a:r>
            <a:r>
              <a:rPr lang="ko-KR" altLang="en-US" sz="1050" b="1" spc="-70" dirty="0">
                <a:latin typeface="+mj-ea"/>
                <a:ea typeface="+mj-ea"/>
              </a:rPr>
              <a:t>통신</a:t>
            </a:r>
            <a:r>
              <a:rPr lang="en-US" altLang="ko-KR" sz="1050" b="1" spc="-70" dirty="0">
                <a:latin typeface="+mj-ea"/>
                <a:ea typeface="+mj-ea"/>
              </a:rPr>
              <a:t>, </a:t>
            </a:r>
            <a:r>
              <a:rPr lang="ko-KR" altLang="en-US" sz="1050" b="1" spc="-70" dirty="0">
                <a:latin typeface="+mj-ea"/>
                <a:ea typeface="+mj-ea"/>
              </a:rPr>
              <a:t>데이터 수신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CBB85D-1E87-381F-A4EB-8905AB8023C3}"/>
              </a:ext>
            </a:extLst>
          </p:cNvPr>
          <p:cNvSpPr txBox="1"/>
          <p:nvPr/>
        </p:nvSpPr>
        <p:spPr>
          <a:xfrm>
            <a:off x="5523406" y="2339095"/>
            <a:ext cx="1127553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050" b="1" spc="-70" dirty="0">
                <a:latin typeface="+mj-ea"/>
                <a:ea typeface="+mj-ea"/>
              </a:rPr>
              <a:t>Binary</a:t>
            </a:r>
            <a:r>
              <a:rPr lang="en-US" altLang="ko-KR" sz="105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→ Field </a:t>
            </a:r>
            <a:r>
              <a:rPr lang="ko-KR" altLang="en-US" sz="105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추출</a:t>
            </a:r>
            <a:r>
              <a:rPr lang="en-US" altLang="ko-KR" sz="1050" b="1" spc="-70" dirty="0">
                <a:latin typeface="+mj-ea"/>
                <a:ea typeface="+mj-ea"/>
              </a:rPr>
              <a:t> </a:t>
            </a:r>
            <a:endParaRPr lang="ko-KR" altLang="en-US" sz="1050" b="1" spc="-70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1C1E7C-4BAB-DD4F-56D3-21CF28DE294E}"/>
              </a:ext>
            </a:extLst>
          </p:cNvPr>
          <p:cNvSpPr txBox="1"/>
          <p:nvPr/>
        </p:nvSpPr>
        <p:spPr>
          <a:xfrm>
            <a:off x="5532223" y="2681080"/>
            <a:ext cx="557525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050" b="1" spc="-70" dirty="0">
                <a:latin typeface="+mj-ea"/>
                <a:ea typeface="+mj-ea"/>
              </a:rPr>
              <a:t>Avro </a:t>
            </a:r>
            <a:r>
              <a:rPr lang="ko-KR" altLang="en-US" sz="1050" b="1" spc="-70" dirty="0">
                <a:latin typeface="+mj-ea"/>
                <a:ea typeface="+mj-ea"/>
              </a:rPr>
              <a:t>변환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0649B66-65FC-DEBE-C4F1-464CE0253479}"/>
              </a:ext>
            </a:extLst>
          </p:cNvPr>
          <p:cNvSpPr txBox="1"/>
          <p:nvPr/>
        </p:nvSpPr>
        <p:spPr>
          <a:xfrm>
            <a:off x="5523406" y="3038733"/>
            <a:ext cx="1698542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ko-KR" altLang="en-US" sz="1050" b="1" spc="-70" dirty="0">
                <a:latin typeface="+mj-ea"/>
                <a:ea typeface="+mj-ea"/>
              </a:rPr>
              <a:t>상위 서비스 명령 수신 </a:t>
            </a:r>
            <a:r>
              <a:rPr lang="en-US" altLang="ko-KR" sz="105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→ </a:t>
            </a:r>
            <a:r>
              <a:rPr lang="ko-KR" altLang="en-US" sz="105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장비</a:t>
            </a:r>
            <a:endParaRPr lang="ko-KR" altLang="en-US" sz="1050" b="1" spc="-70" dirty="0">
              <a:latin typeface="+mj-ea"/>
              <a:ea typeface="+mj-ea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ED2D194-8962-7BAB-FF26-28F33C3BFA16}"/>
              </a:ext>
            </a:extLst>
          </p:cNvPr>
          <p:cNvSpPr/>
          <p:nvPr/>
        </p:nvSpPr>
        <p:spPr>
          <a:xfrm>
            <a:off x="495480" y="3334416"/>
            <a:ext cx="4245891" cy="291128"/>
          </a:xfrm>
          <a:prstGeom prst="roundRect">
            <a:avLst/>
          </a:prstGeom>
          <a:solidFill>
            <a:schemeClr val="bg1">
              <a:lumMod val="7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70" dirty="0">
                <a:solidFill>
                  <a:schemeClr val="tx1"/>
                </a:solidFill>
                <a:latin typeface="+mn-ea"/>
              </a:rPr>
              <a:t>Serial Number Mgmt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194AF4-90C0-7B8C-C122-0C37C0AE979F}"/>
              </a:ext>
            </a:extLst>
          </p:cNvPr>
          <p:cNvSpPr txBox="1"/>
          <p:nvPr/>
        </p:nvSpPr>
        <p:spPr>
          <a:xfrm>
            <a:off x="5521953" y="3399874"/>
            <a:ext cx="832279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ko-KR" altLang="en-US" sz="1050" b="1" spc="-70" dirty="0">
                <a:latin typeface="+mj-ea"/>
                <a:ea typeface="+mj-ea"/>
              </a:rPr>
              <a:t>장비 식별 매핑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BFC355D-7A8A-FF7F-62A8-EA1E52B08DA3}"/>
              </a:ext>
            </a:extLst>
          </p:cNvPr>
          <p:cNvCxnSpPr/>
          <p:nvPr/>
        </p:nvCxnSpPr>
        <p:spPr>
          <a:xfrm>
            <a:off x="2631128" y="3847725"/>
            <a:ext cx="0" cy="471344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E86E0FF-B6CA-F768-3011-CA5FD492211B}"/>
              </a:ext>
            </a:extLst>
          </p:cNvPr>
          <p:cNvCxnSpPr>
            <a:stCxn id="21" idx="1"/>
            <a:endCxn id="6" idx="3"/>
          </p:cNvCxnSpPr>
          <p:nvPr/>
        </p:nvCxnSpPr>
        <p:spPr>
          <a:xfrm flipH="1">
            <a:off x="4741370" y="2077903"/>
            <a:ext cx="782037" cy="0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F5F7250-8FF3-24D8-BEEE-C5C07CCACA2A}"/>
              </a:ext>
            </a:extLst>
          </p:cNvPr>
          <p:cNvCxnSpPr>
            <a:cxnSpLocks/>
            <a:stCxn id="22" idx="1"/>
            <a:endCxn id="12" idx="3"/>
          </p:cNvCxnSpPr>
          <p:nvPr/>
        </p:nvCxnSpPr>
        <p:spPr>
          <a:xfrm flipH="1">
            <a:off x="4741372" y="2419887"/>
            <a:ext cx="782034" cy="0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C55CBC0-C58B-1810-3D37-87EB60B81AE7}"/>
              </a:ext>
            </a:extLst>
          </p:cNvPr>
          <p:cNvCxnSpPr>
            <a:cxnSpLocks/>
            <a:stCxn id="23" idx="1"/>
            <a:endCxn id="17" idx="3"/>
          </p:cNvCxnSpPr>
          <p:nvPr/>
        </p:nvCxnSpPr>
        <p:spPr>
          <a:xfrm flipH="1">
            <a:off x="4741371" y="2761872"/>
            <a:ext cx="790852" cy="0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AFF98D1-13B6-A832-62DC-741772013F6D}"/>
              </a:ext>
            </a:extLst>
          </p:cNvPr>
          <p:cNvCxnSpPr>
            <a:cxnSpLocks/>
            <a:stCxn id="24" idx="1"/>
            <a:endCxn id="3" idx="3"/>
          </p:cNvCxnSpPr>
          <p:nvPr/>
        </p:nvCxnSpPr>
        <p:spPr>
          <a:xfrm flipH="1">
            <a:off x="4741371" y="3119525"/>
            <a:ext cx="782035" cy="1401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7B136EB-09D2-680D-3D13-2932F194B602}"/>
              </a:ext>
            </a:extLst>
          </p:cNvPr>
          <p:cNvCxnSpPr>
            <a:cxnSpLocks/>
            <a:stCxn id="26" idx="1"/>
            <a:endCxn id="25" idx="3"/>
          </p:cNvCxnSpPr>
          <p:nvPr/>
        </p:nvCxnSpPr>
        <p:spPr>
          <a:xfrm flipH="1" flipV="1">
            <a:off x="4741371" y="3479980"/>
            <a:ext cx="780582" cy="686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770FA3F-9BF5-1064-7C83-4EFDA51C898C}"/>
              </a:ext>
            </a:extLst>
          </p:cNvPr>
          <p:cNvSpPr/>
          <p:nvPr/>
        </p:nvSpPr>
        <p:spPr>
          <a:xfrm>
            <a:off x="280184" y="4307293"/>
            <a:ext cx="4691323" cy="374621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endParaRPr lang="en-US" altLang="ko-KR" sz="1400" b="1" spc="-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C3CD4D-57BE-F85B-E5B4-2265E50A6934}"/>
              </a:ext>
            </a:extLst>
          </p:cNvPr>
          <p:cNvSpPr txBox="1"/>
          <p:nvPr/>
        </p:nvSpPr>
        <p:spPr>
          <a:xfrm>
            <a:off x="2043234" y="4384398"/>
            <a:ext cx="1426929" cy="215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400" b="1" spc="-70" dirty="0">
                <a:latin typeface="+mn-ea"/>
              </a:rPr>
              <a:t>ActiveMQ Artemis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C5A18BC-5615-4162-301A-2ED0E7676092}"/>
              </a:ext>
            </a:extLst>
          </p:cNvPr>
          <p:cNvSpPr/>
          <p:nvPr/>
        </p:nvSpPr>
        <p:spPr>
          <a:xfrm>
            <a:off x="315635" y="697701"/>
            <a:ext cx="4691323" cy="374621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endParaRPr lang="en-US" altLang="ko-KR" sz="1400" b="1" spc="-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220AC6-99D7-54DE-2BD5-EFBB08FF56CB}"/>
              </a:ext>
            </a:extLst>
          </p:cNvPr>
          <p:cNvSpPr txBox="1"/>
          <p:nvPr/>
        </p:nvSpPr>
        <p:spPr>
          <a:xfrm>
            <a:off x="1916432" y="789249"/>
            <a:ext cx="1415452" cy="215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MEDIANA Devices</a:t>
            </a:r>
            <a:endParaRPr lang="en-US" altLang="ko-KR" sz="1200" b="1" spc="-7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82881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A2380-400B-2460-6B6D-D12B4752D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BC91EF6-D2FA-6C4F-418B-0DF189B02F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Data Flow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96F84E6-10B3-9093-726F-FB2D5995355C}"/>
              </a:ext>
            </a:extLst>
          </p:cNvPr>
          <p:cNvSpPr/>
          <p:nvPr/>
        </p:nvSpPr>
        <p:spPr>
          <a:xfrm>
            <a:off x="298764" y="883999"/>
            <a:ext cx="4672743" cy="332403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endParaRPr lang="en-US" altLang="ko-KR" sz="1400" b="1" spc="-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68489E-1916-1675-9205-46018DA44D9A}"/>
              </a:ext>
            </a:extLst>
          </p:cNvPr>
          <p:cNvSpPr txBox="1"/>
          <p:nvPr/>
        </p:nvSpPr>
        <p:spPr>
          <a:xfrm>
            <a:off x="2290884" y="945235"/>
            <a:ext cx="807272" cy="215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400" b="1" spc="-70" dirty="0">
                <a:latin typeface="+mj-ea"/>
                <a:ea typeface="+mj-ea"/>
              </a:rPr>
              <a:t>INGESTOR</a:t>
            </a:r>
            <a:endParaRPr lang="ko-KR" altLang="en-US" sz="1400" b="1" spc="-70" dirty="0"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CB8DC5-5F55-C9C5-15DE-891943F33190}"/>
              </a:ext>
            </a:extLst>
          </p:cNvPr>
          <p:cNvSpPr txBox="1"/>
          <p:nvPr/>
        </p:nvSpPr>
        <p:spPr>
          <a:xfrm>
            <a:off x="5523407" y="2884349"/>
            <a:ext cx="1887055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050" b="1" spc="-70" dirty="0">
                <a:latin typeface="+mj-ea"/>
                <a:ea typeface="+mj-ea"/>
              </a:rPr>
              <a:t>Vitals / Alarms / Waveforms / etc</a:t>
            </a:r>
            <a:endParaRPr lang="ko-KR" altLang="en-US" sz="1050" b="1" spc="-70" dirty="0"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4526E6-77D7-9E46-9493-F260311F1BF3}"/>
              </a:ext>
            </a:extLst>
          </p:cNvPr>
          <p:cNvSpPr txBox="1"/>
          <p:nvPr/>
        </p:nvSpPr>
        <p:spPr>
          <a:xfrm>
            <a:off x="5523406" y="3244437"/>
            <a:ext cx="1010533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050" b="1" spc="-70" dirty="0">
                <a:latin typeface="+mj-ea"/>
                <a:ea typeface="+mj-ea"/>
              </a:rPr>
              <a:t>ClickHouse(OLAP)</a:t>
            </a:r>
            <a:endParaRPr lang="ko-KR" altLang="en-US" sz="1050" b="1" spc="-70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895C09-8757-A476-8F9F-28CDA4848C26}"/>
              </a:ext>
            </a:extLst>
          </p:cNvPr>
          <p:cNvSpPr txBox="1"/>
          <p:nvPr/>
        </p:nvSpPr>
        <p:spPr>
          <a:xfrm>
            <a:off x="5532223" y="3604531"/>
            <a:ext cx="1317990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050" b="1" spc="-70" dirty="0">
                <a:latin typeface="+mj-ea"/>
                <a:ea typeface="+mj-ea"/>
              </a:rPr>
              <a:t>Time-based vital trends</a:t>
            </a:r>
            <a:endParaRPr lang="ko-KR" altLang="en-US" sz="1050" b="1" spc="-70" dirty="0"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40CB8E-DF7C-2DED-1422-8AF32918007F}"/>
              </a:ext>
            </a:extLst>
          </p:cNvPr>
          <p:cNvSpPr txBox="1"/>
          <p:nvPr/>
        </p:nvSpPr>
        <p:spPr>
          <a:xfrm>
            <a:off x="5523406" y="4007451"/>
            <a:ext cx="1561646" cy="16158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050" b="1" spc="-70" dirty="0">
                <a:latin typeface="+mj-ea"/>
                <a:ea typeface="+mj-ea"/>
              </a:rPr>
              <a:t>STOMP / WebSocket → UI </a:t>
            </a:r>
            <a:endParaRPr lang="ko-KR" altLang="en-US" sz="1050" b="1" spc="-70" dirty="0">
              <a:latin typeface="+mj-ea"/>
              <a:ea typeface="+mj-ea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063B3C0-0D68-A627-7353-5E16AF830B79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4741370" y="2965141"/>
            <a:ext cx="782037" cy="0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D15ED8F-CB25-9B10-3C26-2952422F2512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4741372" y="3325229"/>
            <a:ext cx="782034" cy="0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8A7DC0AC-827C-24F7-23A4-C17CEC4B5EFF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4741371" y="3685323"/>
            <a:ext cx="790852" cy="0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9CDEB4E-0F58-EF06-CA87-D103D176ED8F}"/>
              </a:ext>
            </a:extLst>
          </p:cNvPr>
          <p:cNvCxnSpPr>
            <a:cxnSpLocks/>
            <a:stCxn id="24" idx="1"/>
          </p:cNvCxnSpPr>
          <p:nvPr/>
        </p:nvCxnSpPr>
        <p:spPr>
          <a:xfrm flipH="1">
            <a:off x="4741371" y="4088243"/>
            <a:ext cx="782035" cy="1401"/>
          </a:xfrm>
          <a:prstGeom prst="straightConnector1">
            <a:avLst/>
          </a:prstGeom>
          <a:ln w="317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DFE8C63-B072-9B05-6E6A-D6F5478D7E16}"/>
              </a:ext>
            </a:extLst>
          </p:cNvPr>
          <p:cNvSpPr/>
          <p:nvPr/>
        </p:nvSpPr>
        <p:spPr>
          <a:xfrm>
            <a:off x="298764" y="2485776"/>
            <a:ext cx="4691323" cy="1868939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endParaRPr lang="en-US" altLang="ko-KR" sz="1400" b="1" spc="-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BB22100-82B5-B7DD-28B5-BC787C055D96}"/>
              </a:ext>
            </a:extLst>
          </p:cNvPr>
          <p:cNvSpPr/>
          <p:nvPr/>
        </p:nvSpPr>
        <p:spPr>
          <a:xfrm>
            <a:off x="593723" y="3940644"/>
            <a:ext cx="4101403" cy="291128"/>
          </a:xfrm>
          <a:prstGeom prst="roundRect">
            <a:avLst/>
          </a:prstGeom>
          <a:solidFill>
            <a:schemeClr val="bg1">
              <a:lumMod val="7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Stomp Streaming</a:t>
            </a:r>
            <a:endParaRPr lang="en-US" altLang="ko-KR" sz="1200" b="1" spc="-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FB39264-9979-944A-6B25-90B16A4A710D}"/>
              </a:ext>
            </a:extLst>
          </p:cNvPr>
          <p:cNvSpPr/>
          <p:nvPr/>
        </p:nvSpPr>
        <p:spPr>
          <a:xfrm>
            <a:off x="593725" y="3188243"/>
            <a:ext cx="4101404" cy="291128"/>
          </a:xfrm>
          <a:prstGeom prst="roundRect">
            <a:avLst/>
          </a:prstGeom>
          <a:solidFill>
            <a:schemeClr val="bg1">
              <a:lumMod val="7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Data Storage</a:t>
            </a:r>
            <a:endParaRPr lang="en-US" altLang="ko-KR" sz="1200" b="1" spc="-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D2EFBE7-5E80-0C4D-1B93-EEA45C115FAD}"/>
              </a:ext>
            </a:extLst>
          </p:cNvPr>
          <p:cNvSpPr/>
          <p:nvPr/>
        </p:nvSpPr>
        <p:spPr>
          <a:xfrm>
            <a:off x="593725" y="2807038"/>
            <a:ext cx="4101404" cy="291128"/>
          </a:xfrm>
          <a:prstGeom prst="roundRect">
            <a:avLst/>
          </a:prstGeom>
          <a:solidFill>
            <a:schemeClr val="bg1">
              <a:lumMod val="7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70" dirty="0">
                <a:solidFill>
                  <a:schemeClr val="tx1"/>
                </a:solidFill>
                <a:latin typeface="+mn-ea"/>
              </a:rPr>
              <a:t>Data Classification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3A4027-2720-7882-3B73-487D392D7961}"/>
              </a:ext>
            </a:extLst>
          </p:cNvPr>
          <p:cNvSpPr txBox="1"/>
          <p:nvPr/>
        </p:nvSpPr>
        <p:spPr>
          <a:xfrm>
            <a:off x="2075221" y="2521535"/>
            <a:ext cx="513386" cy="215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en-US" altLang="ko-KR" sz="1400" b="1" spc="-70" dirty="0">
                <a:latin typeface="+mj-ea"/>
                <a:ea typeface="+mj-ea"/>
              </a:rPr>
              <a:t>TRANSFORMER</a:t>
            </a:r>
            <a:endParaRPr lang="ko-KR" altLang="en-US" sz="1400" b="1" spc="-70" dirty="0">
              <a:latin typeface="+mj-ea"/>
              <a:ea typeface="+mj-ea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614CE34-1BA7-F5E1-6279-5B2506B6B3DD}"/>
              </a:ext>
            </a:extLst>
          </p:cNvPr>
          <p:cNvSpPr/>
          <p:nvPr/>
        </p:nvSpPr>
        <p:spPr>
          <a:xfrm>
            <a:off x="580426" y="3559439"/>
            <a:ext cx="4101404" cy="291128"/>
          </a:xfrm>
          <a:prstGeom prst="roundRect">
            <a:avLst/>
          </a:prstGeom>
          <a:solidFill>
            <a:schemeClr val="bg1">
              <a:lumMod val="7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Analytics</a:t>
            </a:r>
            <a:endParaRPr lang="en-US" altLang="ko-KR" sz="1200" b="1" spc="-7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2A925421-F7F0-6FD1-9A89-8A8743AB8F72}"/>
              </a:ext>
            </a:extLst>
          </p:cNvPr>
          <p:cNvCxnSpPr/>
          <p:nvPr/>
        </p:nvCxnSpPr>
        <p:spPr>
          <a:xfrm>
            <a:off x="2703558" y="1216402"/>
            <a:ext cx="0" cy="471344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3C882D0-C5B8-3DB5-4570-4C1BAC751BFC}"/>
              </a:ext>
            </a:extLst>
          </p:cNvPr>
          <p:cNvCxnSpPr/>
          <p:nvPr/>
        </p:nvCxnSpPr>
        <p:spPr>
          <a:xfrm>
            <a:off x="2703558" y="1989694"/>
            <a:ext cx="0" cy="471344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152E438-070B-212D-C215-FB93E3B6D5F0}"/>
              </a:ext>
            </a:extLst>
          </p:cNvPr>
          <p:cNvSpPr/>
          <p:nvPr/>
        </p:nvSpPr>
        <p:spPr>
          <a:xfrm>
            <a:off x="2588606" y="4863280"/>
            <a:ext cx="2378893" cy="423232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70" dirty="0">
                <a:solidFill>
                  <a:schemeClr val="tx1"/>
                </a:solidFill>
                <a:latin typeface="+mn-ea"/>
              </a:rPr>
              <a:t>External</a:t>
            </a:r>
            <a:r>
              <a:rPr lang="ko-KR" altLang="en-US" sz="1200" b="1" spc="-7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1" spc="-70" dirty="0">
                <a:solidFill>
                  <a:schemeClr val="tx1"/>
                </a:solidFill>
                <a:latin typeface="+mn-ea"/>
              </a:rPr>
              <a:t>HL7 Server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657086CE-70B6-2A4E-65E0-8CD468E009DC}"/>
              </a:ext>
            </a:extLst>
          </p:cNvPr>
          <p:cNvSpPr/>
          <p:nvPr/>
        </p:nvSpPr>
        <p:spPr>
          <a:xfrm>
            <a:off x="294756" y="4840659"/>
            <a:ext cx="2213054" cy="423232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MEDIANA CMS2 UI </a:t>
            </a:r>
            <a:endParaRPr lang="en-US" altLang="ko-KR" sz="1200" b="1" spc="-7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FD2D9C7-66D5-5662-9390-1C280A66349D}"/>
              </a:ext>
            </a:extLst>
          </p:cNvPr>
          <p:cNvCxnSpPr/>
          <p:nvPr/>
        </p:nvCxnSpPr>
        <p:spPr>
          <a:xfrm>
            <a:off x="1497939" y="4369315"/>
            <a:ext cx="0" cy="471344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8EDFEF8-2DD3-DD5F-ED80-20347328B80C}"/>
              </a:ext>
            </a:extLst>
          </p:cNvPr>
          <p:cNvCxnSpPr/>
          <p:nvPr/>
        </p:nvCxnSpPr>
        <p:spPr>
          <a:xfrm>
            <a:off x="3768850" y="4382883"/>
            <a:ext cx="0" cy="471344"/>
          </a:xfrm>
          <a:prstGeom prst="straightConnector1">
            <a:avLst/>
          </a:prstGeom>
          <a:ln w="15875">
            <a:solidFill>
              <a:schemeClr val="bg1">
                <a:lumMod val="65000"/>
              </a:schemeClr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406E771-0ABB-F21E-8ACE-A01FF10F5140}"/>
              </a:ext>
            </a:extLst>
          </p:cNvPr>
          <p:cNvSpPr/>
          <p:nvPr/>
        </p:nvSpPr>
        <p:spPr>
          <a:xfrm>
            <a:off x="294756" y="1684887"/>
            <a:ext cx="4672743" cy="332403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endParaRPr lang="en-US" altLang="ko-KR" sz="1400" b="1" spc="-7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F7E47B-B1E8-879E-6B70-1084916EB098}"/>
              </a:ext>
            </a:extLst>
          </p:cNvPr>
          <p:cNvSpPr txBox="1"/>
          <p:nvPr/>
        </p:nvSpPr>
        <p:spPr>
          <a:xfrm>
            <a:off x="1957681" y="1730394"/>
            <a:ext cx="1727076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altLang="ko-KR" sz="1400" b="1" spc="-70" dirty="0">
                <a:latin typeface="+mn-ea"/>
              </a:rPr>
              <a:t>ActiveMQ Artemis</a:t>
            </a:r>
          </a:p>
        </p:txBody>
      </p:sp>
    </p:spTree>
    <p:extLst>
      <p:ext uri="{BB962C8B-B14F-4D97-AF65-F5344CB8AC3E}">
        <p14:creationId xmlns:p14="http://schemas.microsoft.com/office/powerpoint/2010/main" val="1733208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42666-4A1E-69D2-F7F1-B3C7FDE5C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B8A3625-A5B0-3D08-168A-9A99B7DFE8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Data Flow</a:t>
            </a:r>
            <a:endParaRPr lang="ko-KR" altLang="en-US" dirty="0"/>
          </a:p>
        </p:txBody>
      </p:sp>
      <p:sp>
        <p:nvSpPr>
          <p:cNvPr id="3" name="순서도: 처리 2">
            <a:extLst>
              <a:ext uri="{FF2B5EF4-FFF2-40B4-BE49-F238E27FC236}">
                <a16:creationId xmlns:a16="http://schemas.microsoft.com/office/drawing/2014/main" id="{E45D65C1-9619-CE9F-1C1E-2E8EB9BD2E6F}"/>
              </a:ext>
            </a:extLst>
          </p:cNvPr>
          <p:cNvSpPr/>
          <p:nvPr/>
        </p:nvSpPr>
        <p:spPr>
          <a:xfrm>
            <a:off x="5962650" y="733425"/>
            <a:ext cx="133350" cy="5819775"/>
          </a:xfrm>
          <a:prstGeom prst="flowChartProcess">
            <a:avLst/>
          </a:prstGeom>
          <a:solidFill>
            <a:schemeClr val="bg1">
              <a:lumMod val="85000"/>
              <a:alpha val="60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650" spc="-8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25B69DE-9918-57E7-68F9-4F3262F76F69}"/>
              </a:ext>
            </a:extLst>
          </p:cNvPr>
          <p:cNvSpPr/>
          <p:nvPr/>
        </p:nvSpPr>
        <p:spPr>
          <a:xfrm>
            <a:off x="2376283" y="1087411"/>
            <a:ext cx="3902400" cy="779489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1. Device </a:t>
            </a:r>
            <a:r>
              <a:rPr lang="en-US" altLang="ko-KR" sz="1400" b="1" spc="-7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400" b="1" spc="-70" dirty="0" err="1">
                <a:solidFill>
                  <a:schemeClr val="tx1"/>
                </a:solidFill>
                <a:latin typeface="+mn-ea"/>
              </a:rPr>
              <a:t>Ingestor</a:t>
            </a:r>
            <a:endParaRPr lang="en-US" altLang="ko-KR" sz="1400" b="1" spc="-7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spc="-70" dirty="0">
                <a:solidFill>
                  <a:schemeClr val="tx1"/>
                </a:solidFill>
                <a:latin typeface="+mn-ea"/>
              </a:rPr>
              <a:t>     TCP </a:t>
            </a:r>
            <a:r>
              <a:rPr lang="ko-KR" altLang="en-US" sz="1400" spc="-70" dirty="0">
                <a:solidFill>
                  <a:schemeClr val="tx1"/>
                </a:solidFill>
                <a:latin typeface="+mn-ea"/>
              </a:rPr>
              <a:t>세션 수립</a:t>
            </a:r>
            <a:r>
              <a:rPr lang="en-US" altLang="ko-KR" sz="1400" spc="-7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spc="-70" dirty="0">
                <a:solidFill>
                  <a:schemeClr val="tx1"/>
                </a:solidFill>
                <a:latin typeface="+mn-ea"/>
              </a:rPr>
              <a:t>및</a:t>
            </a:r>
            <a:r>
              <a:rPr lang="en-US" altLang="ko-KR" sz="1400" spc="-7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spc="-70" dirty="0">
                <a:solidFill>
                  <a:schemeClr val="tx1"/>
                </a:solidFill>
                <a:latin typeface="+mn-ea"/>
              </a:rPr>
              <a:t>바이너리 스트리밍</a:t>
            </a:r>
            <a:r>
              <a:rPr lang="en-US" altLang="ko-KR" sz="1200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</a:t>
            </a:r>
            <a:endParaRPr lang="ko-KR" altLang="en-US" sz="1200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4579416-6BDA-117D-CB7C-4B74C722427F}"/>
              </a:ext>
            </a:extLst>
          </p:cNvPr>
          <p:cNvSpPr/>
          <p:nvPr/>
        </p:nvSpPr>
        <p:spPr>
          <a:xfrm>
            <a:off x="6299223" y="2046234"/>
            <a:ext cx="3902256" cy="779489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2. </a:t>
            </a:r>
            <a:r>
              <a:rPr lang="en-US" altLang="ko-KR" sz="1400" b="1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Ingestor</a:t>
            </a: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400" b="1" spc="-70" dirty="0">
                <a:solidFill>
                  <a:schemeClr val="tx1"/>
                </a:solidFill>
                <a:latin typeface="+mn-ea"/>
              </a:rPr>
              <a:t>→ MQ</a:t>
            </a:r>
          </a:p>
          <a:p>
            <a:pPr>
              <a:lnSpc>
                <a:spcPct val="150000"/>
              </a:lnSpc>
            </a:pPr>
            <a:r>
              <a:rPr lang="ko-KR" altLang="en-US" sz="1400" spc="-70" dirty="0">
                <a:solidFill>
                  <a:schemeClr val="tx1"/>
                </a:solidFill>
                <a:latin typeface="+mn-ea"/>
              </a:rPr>
              <a:t>     패킷 파싱</a:t>
            </a:r>
            <a:r>
              <a:rPr lang="en-US" altLang="ko-KR" sz="1400" spc="-7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spc="-70" dirty="0">
                <a:solidFill>
                  <a:schemeClr val="tx1"/>
                </a:solidFill>
                <a:latin typeface="+mn-ea"/>
              </a:rPr>
              <a:t>및 </a:t>
            </a:r>
            <a:r>
              <a:rPr lang="en-US" altLang="ko-KR" sz="1400" spc="-70" dirty="0">
                <a:solidFill>
                  <a:schemeClr val="tx1"/>
                </a:solidFill>
                <a:latin typeface="+mn-ea"/>
              </a:rPr>
              <a:t>Avro Encode</a:t>
            </a:r>
            <a:endParaRPr lang="ko-KR" altLang="en-US" sz="1600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629C31D-2AB8-A0F9-47E8-8A2C02C32D14}"/>
              </a:ext>
            </a:extLst>
          </p:cNvPr>
          <p:cNvSpPr/>
          <p:nvPr/>
        </p:nvSpPr>
        <p:spPr>
          <a:xfrm>
            <a:off x="2376283" y="3082898"/>
            <a:ext cx="3902400" cy="779489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3. MQ </a:t>
            </a:r>
            <a:r>
              <a:rPr lang="en-US" altLang="ko-KR" sz="1400" b="1" spc="-70" dirty="0">
                <a:solidFill>
                  <a:schemeClr val="tx1"/>
                </a:solidFill>
                <a:latin typeface="+mn-ea"/>
              </a:rPr>
              <a:t>→ Transformer</a:t>
            </a:r>
          </a:p>
          <a:p>
            <a:pPr>
              <a:lnSpc>
                <a:spcPct val="150000"/>
              </a:lnSpc>
            </a:pPr>
            <a:r>
              <a:rPr lang="ko-KR" altLang="en-US" sz="1400" spc="-70" dirty="0">
                <a:solidFill>
                  <a:schemeClr val="tx1"/>
                </a:solidFill>
                <a:latin typeface="+mn-ea"/>
              </a:rPr>
              <a:t>     데이터 분류 및</a:t>
            </a:r>
            <a:r>
              <a:rPr lang="en-US" altLang="ko-KR" sz="1400" spc="-70" dirty="0">
                <a:solidFill>
                  <a:schemeClr val="tx1"/>
                </a:solidFill>
                <a:latin typeface="+mn-ea"/>
              </a:rPr>
              <a:t> Avro Decode</a:t>
            </a:r>
            <a:endParaRPr lang="ko-KR" altLang="en-US" sz="1600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D50813D-B1EF-8823-04AE-5F367783E3D5}"/>
              </a:ext>
            </a:extLst>
          </p:cNvPr>
          <p:cNvSpPr/>
          <p:nvPr/>
        </p:nvSpPr>
        <p:spPr>
          <a:xfrm>
            <a:off x="6299223" y="4036178"/>
            <a:ext cx="3902256" cy="779489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4. Transformer </a:t>
            </a:r>
            <a:r>
              <a:rPr lang="en-US" altLang="ko-KR" sz="1400" b="1" spc="-70" dirty="0">
                <a:solidFill>
                  <a:schemeClr val="tx1"/>
                </a:solidFill>
                <a:latin typeface="+mn-ea"/>
              </a:rPr>
              <a:t>→ Client</a:t>
            </a:r>
          </a:p>
          <a:p>
            <a:pPr>
              <a:lnSpc>
                <a:spcPct val="150000"/>
              </a:lnSpc>
            </a:pPr>
            <a:r>
              <a:rPr lang="ko-KR" altLang="en-US" sz="1400" spc="-70" dirty="0">
                <a:solidFill>
                  <a:schemeClr val="tx1"/>
                </a:solidFill>
                <a:latin typeface="+mn-ea"/>
              </a:rPr>
              <a:t>     실시간 제공</a:t>
            </a:r>
            <a:r>
              <a:rPr lang="en-US" altLang="ko-KR" sz="1400" spc="-70" dirty="0">
                <a:solidFill>
                  <a:schemeClr val="tx1"/>
                </a:solidFill>
                <a:latin typeface="+mn-ea"/>
              </a:rPr>
              <a:t>( STOMP)</a:t>
            </a:r>
            <a:endParaRPr lang="ko-KR" altLang="en-US" sz="1400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311A061-80D8-9440-E248-6D5B57B03268}"/>
              </a:ext>
            </a:extLst>
          </p:cNvPr>
          <p:cNvSpPr/>
          <p:nvPr/>
        </p:nvSpPr>
        <p:spPr>
          <a:xfrm>
            <a:off x="2376283" y="5074402"/>
            <a:ext cx="3902400" cy="779489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    5. Transformer </a:t>
            </a:r>
            <a:r>
              <a:rPr lang="en-US" altLang="ko-KR" sz="1400" b="1" spc="-70" dirty="0">
                <a:solidFill>
                  <a:schemeClr val="tx1"/>
                </a:solidFill>
                <a:latin typeface="+mn-ea"/>
              </a:rPr>
              <a:t>→ OLAP</a:t>
            </a:r>
          </a:p>
          <a:p>
            <a:pPr>
              <a:lnSpc>
                <a:spcPct val="150000"/>
              </a:lnSpc>
            </a:pPr>
            <a:r>
              <a:rPr lang="ko-KR" altLang="en-US" sz="1400" spc="-70" dirty="0">
                <a:solidFill>
                  <a:schemeClr val="tx1"/>
                </a:solidFill>
                <a:latin typeface="+mj-ea"/>
              </a:rPr>
              <a:t>     분석용 데이터 저장</a:t>
            </a:r>
            <a:endParaRPr lang="ko-KR" altLang="en-US" sz="1400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" name="순서도: 연결자 10">
            <a:extLst>
              <a:ext uri="{FF2B5EF4-FFF2-40B4-BE49-F238E27FC236}">
                <a16:creationId xmlns:a16="http://schemas.microsoft.com/office/drawing/2014/main" id="{E0873C01-7198-166C-CF4F-1E0BA6619AC1}"/>
              </a:ext>
            </a:extLst>
          </p:cNvPr>
          <p:cNvSpPr/>
          <p:nvPr/>
        </p:nvSpPr>
        <p:spPr>
          <a:xfrm>
            <a:off x="6486525" y="1087411"/>
            <a:ext cx="304800" cy="304800"/>
          </a:xfrm>
          <a:prstGeom prst="flowChartConnector">
            <a:avLst/>
          </a:prstGeom>
          <a:noFill/>
          <a:ln w="349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650" spc="-8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3" name="순서도: 연결자 12">
            <a:extLst>
              <a:ext uri="{FF2B5EF4-FFF2-40B4-BE49-F238E27FC236}">
                <a16:creationId xmlns:a16="http://schemas.microsoft.com/office/drawing/2014/main" id="{3F87EFAB-8A39-06DA-08B8-4B18AB394D00}"/>
              </a:ext>
            </a:extLst>
          </p:cNvPr>
          <p:cNvSpPr/>
          <p:nvPr/>
        </p:nvSpPr>
        <p:spPr>
          <a:xfrm>
            <a:off x="5891212" y="2086755"/>
            <a:ext cx="304800" cy="304800"/>
          </a:xfrm>
          <a:prstGeom prst="flowChartConnector">
            <a:avLst/>
          </a:prstGeom>
          <a:solidFill>
            <a:schemeClr val="bg1"/>
          </a:solidFill>
          <a:ln w="349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650" spc="-8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4" name="순서도: 연결자 13">
            <a:extLst>
              <a:ext uri="{FF2B5EF4-FFF2-40B4-BE49-F238E27FC236}">
                <a16:creationId xmlns:a16="http://schemas.microsoft.com/office/drawing/2014/main" id="{8167314C-EA8A-82AC-D44E-9BE807480F85}"/>
              </a:ext>
            </a:extLst>
          </p:cNvPr>
          <p:cNvSpPr/>
          <p:nvPr/>
        </p:nvSpPr>
        <p:spPr>
          <a:xfrm>
            <a:off x="6486525" y="3082898"/>
            <a:ext cx="304800" cy="304800"/>
          </a:xfrm>
          <a:prstGeom prst="flowChartConnector">
            <a:avLst/>
          </a:prstGeom>
          <a:solidFill>
            <a:schemeClr val="bg1"/>
          </a:solidFill>
          <a:ln w="349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650" spc="-8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5" name="순서도: 연결자 14">
            <a:extLst>
              <a:ext uri="{FF2B5EF4-FFF2-40B4-BE49-F238E27FC236}">
                <a16:creationId xmlns:a16="http://schemas.microsoft.com/office/drawing/2014/main" id="{543ABB11-8651-5596-C91C-905A5CA45CD6}"/>
              </a:ext>
            </a:extLst>
          </p:cNvPr>
          <p:cNvSpPr/>
          <p:nvPr/>
        </p:nvSpPr>
        <p:spPr>
          <a:xfrm>
            <a:off x="5876925" y="4036178"/>
            <a:ext cx="304800" cy="304800"/>
          </a:xfrm>
          <a:prstGeom prst="flowChartConnector">
            <a:avLst/>
          </a:prstGeom>
          <a:solidFill>
            <a:schemeClr val="bg1"/>
          </a:solidFill>
          <a:ln w="349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650" spc="-8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순서도: 연결자 15">
            <a:extLst>
              <a:ext uri="{FF2B5EF4-FFF2-40B4-BE49-F238E27FC236}">
                <a16:creationId xmlns:a16="http://schemas.microsoft.com/office/drawing/2014/main" id="{44EA976C-5CCF-FB5F-75E6-9805338B32AD}"/>
              </a:ext>
            </a:extLst>
          </p:cNvPr>
          <p:cNvSpPr/>
          <p:nvPr/>
        </p:nvSpPr>
        <p:spPr>
          <a:xfrm>
            <a:off x="6486525" y="5074402"/>
            <a:ext cx="304800" cy="304800"/>
          </a:xfrm>
          <a:prstGeom prst="flowChartConnector">
            <a:avLst/>
          </a:prstGeom>
          <a:solidFill>
            <a:schemeClr val="bg1"/>
          </a:solidFill>
          <a:ln w="349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650" spc="-8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90259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1EC39-6AAF-5926-6563-E7DB9E03C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6D7245C-F9A5-18AF-DCF6-DED23275C3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Analytics: </a:t>
            </a:r>
            <a:r>
              <a:rPr lang="en-US" altLang="ko-KR" dirty="0" err="1"/>
              <a:t>ClickHouse</a:t>
            </a:r>
            <a:r>
              <a:rPr lang="en-US" altLang="ko-KR" dirty="0"/>
              <a:t> Partition/Index Strategy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4BC61E-9FE4-0299-B486-5E228B8D67BB}"/>
              </a:ext>
            </a:extLst>
          </p:cNvPr>
          <p:cNvSpPr txBox="1"/>
          <p:nvPr/>
        </p:nvSpPr>
        <p:spPr>
          <a:xfrm>
            <a:off x="638175" y="857250"/>
            <a:ext cx="2540760" cy="2769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ko-KR" altLang="en-US" b="1" spc="-70" dirty="0">
                <a:latin typeface="+mj-ea"/>
                <a:ea typeface="+mj-ea"/>
              </a:rPr>
              <a:t>키 컬럼 </a:t>
            </a:r>
            <a:r>
              <a:rPr lang="en-US" altLang="ko-KR" b="1" spc="-70" dirty="0">
                <a:latin typeface="+mj-ea"/>
                <a:ea typeface="+mj-ea"/>
              </a:rPr>
              <a:t>&amp; </a:t>
            </a:r>
            <a:r>
              <a:rPr lang="ko-KR" altLang="en-US" b="1" spc="-70" dirty="0">
                <a:latin typeface="+mj-ea"/>
                <a:ea typeface="+mj-ea"/>
              </a:rPr>
              <a:t>테이블별 컬럼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27A098-9959-F2BA-7435-FBDC537D8595}"/>
              </a:ext>
            </a:extLst>
          </p:cNvPr>
          <p:cNvSpPr txBox="1"/>
          <p:nvPr/>
        </p:nvSpPr>
        <p:spPr>
          <a:xfrm>
            <a:off x="828675" y="1219200"/>
            <a:ext cx="7115089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ko-KR" altLang="en-US" sz="1200" spc="-70" dirty="0">
                <a:latin typeface="+mj-ea"/>
                <a:ea typeface="+mj-ea"/>
              </a:rPr>
              <a:t>공통적으로 </a:t>
            </a:r>
            <a:r>
              <a:rPr lang="en-US" altLang="ko-KR" sz="1200" spc="-70" dirty="0" err="1">
                <a:latin typeface="+mj-ea"/>
                <a:ea typeface="+mj-ea"/>
              </a:rPr>
              <a:t>serial_no</a:t>
            </a:r>
            <a:r>
              <a:rPr lang="en-US" altLang="ko-KR" sz="1200" spc="-70" dirty="0">
                <a:latin typeface="+mj-ea"/>
                <a:ea typeface="+mj-ea"/>
              </a:rPr>
              <a:t> + timestamp</a:t>
            </a:r>
            <a:r>
              <a:rPr lang="ko-KR" altLang="en-US" sz="1200" spc="-70" dirty="0">
                <a:latin typeface="+mj-ea"/>
                <a:ea typeface="+mj-ea"/>
              </a:rPr>
              <a:t>를 키 컬럼으로 설계하고</a:t>
            </a:r>
            <a:r>
              <a:rPr lang="en-US" altLang="ko-KR" sz="1200" spc="-70" dirty="0">
                <a:latin typeface="+mj-ea"/>
                <a:ea typeface="+mj-ea"/>
              </a:rPr>
              <a:t>, </a:t>
            </a:r>
            <a:r>
              <a:rPr lang="ko-KR" altLang="en-US" sz="1200" spc="-70" dirty="0">
                <a:latin typeface="+mj-ea"/>
                <a:ea typeface="+mj-ea"/>
              </a:rPr>
              <a:t>나머지 컬럼은 테이블의 도메인에 맞춰 정의 됩니다</a:t>
            </a:r>
            <a:r>
              <a:rPr lang="en-US" altLang="ko-KR" sz="1200" spc="-70" dirty="0">
                <a:latin typeface="+mj-ea"/>
                <a:ea typeface="+mj-ea"/>
              </a:rPr>
              <a:t>.</a:t>
            </a:r>
            <a:endParaRPr lang="ko-KR" altLang="en-US" sz="1200" spc="-70" dirty="0"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9AF0944-DC4E-1A08-F4D8-FA62798ACF7A}"/>
              </a:ext>
            </a:extLst>
          </p:cNvPr>
          <p:cNvSpPr/>
          <p:nvPr/>
        </p:nvSpPr>
        <p:spPr>
          <a:xfrm>
            <a:off x="4638675" y="1781484"/>
            <a:ext cx="2781300" cy="693764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키 컬럼 </a:t>
            </a:r>
            <a:endParaRPr lang="en-US" altLang="ko-KR" sz="1400" b="1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1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serial_no</a:t>
            </a: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+ timestamp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07AB692-6CE0-D8B0-9C16-716167DAB809}"/>
              </a:ext>
            </a:extLst>
          </p:cNvPr>
          <p:cNvSpPr/>
          <p:nvPr/>
        </p:nvSpPr>
        <p:spPr>
          <a:xfrm>
            <a:off x="4638675" y="3145548"/>
            <a:ext cx="2781300" cy="693764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전체 테이블</a:t>
            </a:r>
            <a:endParaRPr lang="en-US" altLang="ko-KR" sz="1400" b="1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4B53063-FCDD-4A40-E4DA-5C2EBB39CA71}"/>
              </a:ext>
            </a:extLst>
          </p:cNvPr>
          <p:cNvSpPr/>
          <p:nvPr/>
        </p:nvSpPr>
        <p:spPr>
          <a:xfrm>
            <a:off x="2628900" y="4521892"/>
            <a:ext cx="6934200" cy="1373346"/>
          </a:xfrm>
          <a:prstGeom prst="roundRect">
            <a:avLst/>
          </a:prstGeom>
          <a:solidFill>
            <a:schemeClr val="bg1">
              <a:lumMod val="85000"/>
              <a:alpha val="51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Partition /Index </a:t>
            </a:r>
          </a:p>
          <a:p>
            <a:r>
              <a:rPr lang="en-US" altLang="ko-KR" sz="1400" b="1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ClickHouse</a:t>
            </a:r>
            <a:r>
              <a:rPr lang="ko-KR" altLang="en-US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는 데이터를 일자 단위 </a:t>
            </a: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Partition</a:t>
            </a:r>
            <a:r>
              <a:rPr lang="ko-KR" altLang="en-US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으로 분리하고</a:t>
            </a: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</a:t>
            </a:r>
          </a:p>
          <a:p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en-US" altLang="ko-KR" sz="1400" b="1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serial_no</a:t>
            </a: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timestamp) </a:t>
            </a:r>
            <a:r>
              <a:rPr lang="ko-KR" altLang="en-US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기준으로 정렬하여 저장합니다</a:t>
            </a: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Partition : timestamp -&gt; TTL </a:t>
            </a:r>
            <a:r>
              <a:rPr lang="ko-KR" altLang="en-US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관리 및 시간 기반</a:t>
            </a:r>
            <a:endParaRPr lang="en-US" altLang="ko-KR" sz="1400" b="1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ORDER BY(</a:t>
            </a:r>
            <a:r>
              <a:rPr lang="en-US" altLang="ko-KR" sz="1400" b="1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serial_no</a:t>
            </a: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timestamp) -&gt; </a:t>
            </a:r>
            <a:r>
              <a:rPr lang="ko-KR" altLang="en-US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장치별 시계열 조회 최적화</a:t>
            </a:r>
            <a:endParaRPr lang="en-US" altLang="ko-KR" sz="1400" b="1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Index : </a:t>
            </a:r>
            <a:r>
              <a:rPr lang="en-US" altLang="ko-KR" sz="1400" b="1" spc="-8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MinMax</a:t>
            </a:r>
            <a:r>
              <a:rPr lang="en-US" altLang="ko-KR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Index &amp; Skip Index -&gt; </a:t>
            </a:r>
            <a:r>
              <a:rPr lang="ko-KR" altLang="en-US" sz="1400" b="1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조건 기반 필터링 성능 향상</a:t>
            </a:r>
            <a:endParaRPr lang="en-US" altLang="ko-KR" sz="1400" b="1" spc="-8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23102AA-4853-34B3-85AC-1B2504250700}"/>
              </a:ext>
            </a:extLst>
          </p:cNvPr>
          <p:cNvCxnSpPr/>
          <p:nvPr/>
        </p:nvCxnSpPr>
        <p:spPr>
          <a:xfrm>
            <a:off x="6096000" y="2628900"/>
            <a:ext cx="0" cy="32385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86DA08B-D412-B09A-4077-34415B180F13}"/>
              </a:ext>
            </a:extLst>
          </p:cNvPr>
          <p:cNvCxnSpPr/>
          <p:nvPr/>
        </p:nvCxnSpPr>
        <p:spPr>
          <a:xfrm>
            <a:off x="6096000" y="4029075"/>
            <a:ext cx="0" cy="32385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345881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bg1">
              <a:lumMod val="85000"/>
            </a:schemeClr>
          </a:solidFill>
        </a:ln>
      </a:spPr>
      <a:bodyPr lIns="0" tIns="0" rIns="0" bIns="0" rtlCol="0" anchor="ctr"/>
      <a:lstStyle>
        <a:defPPr algn="ctr">
          <a:defRPr sz="650" spc="-80" smtClean="0">
            <a:solidFill>
              <a:schemeClr val="tx1">
                <a:lumMod val="75000"/>
                <a:lumOff val="25000"/>
              </a:schemeClr>
            </a:solidFill>
            <a:latin typeface="+mj-ea"/>
            <a:ea typeface="+mj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>
              <a:lumMod val="6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t">
        <a:spAutoFit/>
      </a:bodyPr>
      <a:lstStyle>
        <a:defPPr>
          <a:defRPr sz="650" spc="-70" dirty="0" err="1" smtClean="0">
            <a:latin typeface="+mj-ea"/>
            <a:ea typeface="+mj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shBoard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Half Dashboard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A35419E57FD9A43AB35B36757FF9AD7" ma:contentTypeVersion="18" ma:contentTypeDescription="새 문서를 만듭니다." ma:contentTypeScope="" ma:versionID="ffe13ef7b1ac489767d5c5a7015cb4e0">
  <xsd:schema xmlns:xsd="http://www.w3.org/2001/XMLSchema" xmlns:xs="http://www.w3.org/2001/XMLSchema" xmlns:p="http://schemas.microsoft.com/office/2006/metadata/properties" xmlns:ns2="be69d723-19e3-4861-98bf-9eec65765760" xmlns:ns3="1c67c15a-9f43-46a1-aade-396de5678c0b" targetNamespace="http://schemas.microsoft.com/office/2006/metadata/properties" ma:root="true" ma:fieldsID="0e56803b06ff26140ccf67f4e2bdc718" ns2:_="" ns3:_="">
    <xsd:import namespace="be69d723-19e3-4861-98bf-9eec65765760"/>
    <xsd:import namespace="1c67c15a-9f43-46a1-aade-396de5678c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69d723-19e3-4861-98bf-9eec657657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이미지 태그" ma:readOnly="false" ma:fieldId="{5cf76f15-5ced-4ddc-b409-7134ff3c332f}" ma:taxonomyMulti="true" ma:sspId="b0804228-30ff-46f2-bd2c-9725bbc2d7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67c15a-9f43-46a1-aade-396de5678c0b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d5d16a5-b91f-45ff-8b54-b4e1565309dd}" ma:internalName="TaxCatchAll" ma:showField="CatchAllData" ma:web="1c67c15a-9f43-46a1-aade-396de5678c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c67c15a-9f43-46a1-aade-396de5678c0b" xsi:nil="true"/>
    <lcf76f155ced4ddcb4097134ff3c332f xmlns="be69d723-19e3-4861-98bf-9eec6576576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E258C9-438B-474C-9187-200F7FE3EF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69d723-19e3-4861-98bf-9eec65765760"/>
    <ds:schemaRef ds:uri="1c67c15a-9f43-46a1-aade-396de5678c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5CF1B9E-62CD-4D14-82EE-9741A6039654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1c67c15a-9f43-46a1-aade-396de5678c0b"/>
    <ds:schemaRef ds:uri="be69d723-19e3-4861-98bf-9eec65765760"/>
  </ds:schemaRefs>
</ds:datastoreItem>
</file>

<file path=customXml/itemProps3.xml><?xml version="1.0" encoding="utf-8"?>
<ds:datastoreItem xmlns:ds="http://schemas.openxmlformats.org/officeDocument/2006/customXml" ds:itemID="{592E5713-3818-43E5-B37E-C9C8550ED0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72781</TotalTime>
  <Words>405</Words>
  <Application>Microsoft Office PowerPoint</Application>
  <PresentationFormat>와이드스크린</PresentationFormat>
  <Paragraphs>119</Paragraphs>
  <Slides>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8</vt:i4>
      </vt:variant>
    </vt:vector>
  </HeadingPairs>
  <TitlesOfParts>
    <vt:vector size="16" baseType="lpstr">
      <vt:lpstr>Calibri Light</vt:lpstr>
      <vt:lpstr>맑은 고딕</vt:lpstr>
      <vt:lpstr>HY견명조</vt:lpstr>
      <vt:lpstr>Calibri</vt:lpstr>
      <vt:lpstr>Arial</vt:lpstr>
      <vt:lpstr>3_Office 테마</vt:lpstr>
      <vt:lpstr>DashBoard</vt:lpstr>
      <vt:lpstr>Half Dashboard</vt:lpstr>
      <vt:lpstr>Architecture &amp; Performance </vt:lpstr>
      <vt:lpstr>개정이력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0069-6861</dc:creator>
  <cp:lastModifiedBy>Kai Byeongjun Cha</cp:lastModifiedBy>
  <cp:revision>2350</cp:revision>
  <cp:lastPrinted>2021-12-30T04:00:19Z</cp:lastPrinted>
  <dcterms:created xsi:type="dcterms:W3CDTF">2018-05-18T01:01:44Z</dcterms:created>
  <dcterms:modified xsi:type="dcterms:W3CDTF">2025-09-24T07:10:49Z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0x0101000A35419E57FD9A43AB35B36757FF9AD7</vt:lpwstr>
  </property>
  <property fmtid="{D5CDD505-2E9C-101B-9397-08002B2CF9AE}" pid="3" name="MediaServiceImageTags">
    <vt:lpwstr/>
  </property>
</Properties>
</file>